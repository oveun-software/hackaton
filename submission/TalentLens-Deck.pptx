
<file path=[Content_Types].xml><?xml version="1.0" encoding="utf-8"?>
<Types xmlns="http://schemas.openxmlformats.org/package/2006/content-types">
  <Default Extension="xml" ContentType="application/vnd.openxmlformats-package.core-properties+xml"/>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e153a836714bb3" /><Relationship Type="http://schemas.openxmlformats.org/officeDocument/2006/relationships/extended-properties" Target="/docProps/app.xml" Id="R71ddaa49ccd94053" /><Relationship Type="http://schemas.openxmlformats.org/officeDocument/2006/relationships/officeDocument" Target="/ppt/presentation.xml" Id="R7719ac3e2562419a" /></Relationships>
</file>

<file path=ppt/presentation.xml><?xml version="1.0" encoding="utf-8"?>
<p:presentation xmlns:p="http://schemas.openxmlformats.org/presentationml/2006/main">
  <p:sldMasterIdLst>
    <p:sldMasterId xmlns:r="http://schemas.openxmlformats.org/officeDocument/2006/relationships" id="2147483648" r:id="Rc64e66f76c0f4d10"/>
  </p:sldMasterIdLst>
  <p:notesMasterIdLst>
    <p:notesMasterId xmlns:r="http://schemas.openxmlformats.org/officeDocument/2006/relationships" r:id="Rd145851d02234c25"/>
  </p:notesMasterIdLst>
  <p:sldIdLst>
    <p:sldId xmlns:r="http://schemas.openxmlformats.org/officeDocument/2006/relationships" id="256" r:id="R6e9f6520b6d64509"/>
    <p:sldId xmlns:r="http://schemas.openxmlformats.org/officeDocument/2006/relationships" id="257" r:id="Rd8c961e627044062"/>
    <p:sldId xmlns:r="http://schemas.openxmlformats.org/officeDocument/2006/relationships" id="258" r:id="R57b04dc77d1845c9"/>
    <p:sldId xmlns:r="http://schemas.openxmlformats.org/officeDocument/2006/relationships" id="259" r:id="Rc394d7f3f7d7485f"/>
    <p:sldId xmlns:r="http://schemas.openxmlformats.org/officeDocument/2006/relationships" id="260" r:id="Ra9a9da088f3946f4"/>
    <p:sldId xmlns:r="http://schemas.openxmlformats.org/officeDocument/2006/relationships" id="261" r:id="Rf9bddfb515d84698"/>
    <p:sldId xmlns:r="http://schemas.openxmlformats.org/officeDocument/2006/relationships" id="262" r:id="R0c1aba8fdc11454c"/>
    <p:sldId xmlns:r="http://schemas.openxmlformats.org/officeDocument/2006/relationships" id="263" r:id="Rb18c366658db49bc"/>
    <p:sldId xmlns:r="http://schemas.openxmlformats.org/officeDocument/2006/relationships" id="264" r:id="Ra37689059b8a404f"/>
    <p:sldId xmlns:r="http://schemas.openxmlformats.org/officeDocument/2006/relationships" id="265" r:id="Rdb8fb9d195c442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ad62abacd5430c" /><Relationship Type="http://schemas.openxmlformats.org/officeDocument/2006/relationships/slideMaster" Target="/ppt/slideMasters/slideMaster1.xml" Id="Rc64e66f76c0f4d10" /><Relationship Type="http://schemas.openxmlformats.org/officeDocument/2006/relationships/notesMaster" Target="/ppt/notesMasters/notesMaster1.xml" Id="Rd145851d02234c25" /><Relationship Type="http://schemas.openxmlformats.org/officeDocument/2006/relationships/presProps" Target="/ppt/presProps.xml" Id="R5eef9ff38196487a" /><Relationship Type="http://schemas.openxmlformats.org/officeDocument/2006/relationships/tableStyles" Target="/ppt/tableStyles.xml" Id="Ra5cf1e072a4d4e31" /><Relationship Type="http://schemas.openxmlformats.org/officeDocument/2006/relationships/slide" Target="/ppt/slides/slide1.xml" Id="R6e9f6520b6d64509" /><Relationship Type="http://schemas.openxmlformats.org/officeDocument/2006/relationships/slide" Target="/ppt/slides/slide2.xml" Id="Rd8c961e627044062" /><Relationship Type="http://schemas.openxmlformats.org/officeDocument/2006/relationships/slide" Target="/ppt/slides/slide3.xml" Id="R57b04dc77d1845c9" /><Relationship Type="http://schemas.openxmlformats.org/officeDocument/2006/relationships/slide" Target="/ppt/slides/slide4.xml" Id="Rc394d7f3f7d7485f" /><Relationship Type="http://schemas.openxmlformats.org/officeDocument/2006/relationships/slide" Target="/ppt/slides/slide5.xml" Id="Ra9a9da088f3946f4" /><Relationship Type="http://schemas.openxmlformats.org/officeDocument/2006/relationships/slide" Target="/ppt/slides/slide6.xml" Id="Rf9bddfb515d84698" /><Relationship Type="http://schemas.openxmlformats.org/officeDocument/2006/relationships/slide" Target="/ppt/slides/slide7.xml" Id="R0c1aba8fdc11454c" /><Relationship Type="http://schemas.openxmlformats.org/officeDocument/2006/relationships/slide" Target="/ppt/slides/slide8.xml" Id="Rb18c366658db49bc" /><Relationship Type="http://schemas.openxmlformats.org/officeDocument/2006/relationships/slide" Target="/ppt/slides/slide9.xml" Id="Ra37689059b8a404f" /><Relationship Type="http://schemas.openxmlformats.org/officeDocument/2006/relationships/slide" Target="/ppt/slides/slide10.xml" Id="Rdb8fb9d195c442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1f69ebcdaa4d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60dfea6eab47cd" /><Relationship Type="http://schemas.openxmlformats.org/officeDocument/2006/relationships/notesMaster" Target="/ppt/notesMasters/notesMaster1.xml" Id="R07be45f1e3fd451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2e4f9e39b841c6" /><Relationship Type="http://schemas.openxmlformats.org/officeDocument/2006/relationships/notesMaster" Target="/ppt/notesMasters/notesMaster1.xml" Id="R8e5d1a0fad2845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ed651329e54a40" /><Relationship Type="http://schemas.openxmlformats.org/officeDocument/2006/relationships/notesMaster" Target="/ppt/notesMasters/notesMaster1.xml" Id="R7b8a88a3b45342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afa24a937e4b34" /><Relationship Type="http://schemas.openxmlformats.org/officeDocument/2006/relationships/notesMaster" Target="/ppt/notesMasters/notesMaster1.xml" Id="R0c3fbc2d98e74c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664a56168343db" /><Relationship Type="http://schemas.openxmlformats.org/officeDocument/2006/relationships/notesMaster" Target="/ppt/notesMasters/notesMaster1.xml" Id="Rf2dec09676f149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a71ce433cc4d2b" /><Relationship Type="http://schemas.openxmlformats.org/officeDocument/2006/relationships/notesMaster" Target="/ppt/notesMasters/notesMaster1.xml" Id="R5a02526460c244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96b78d3c9349e2" /><Relationship Type="http://schemas.openxmlformats.org/officeDocument/2006/relationships/notesMaster" Target="/ppt/notesMasters/notesMaster1.xml" Id="R3c08cd53bbf347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a656d099f74cf6" /><Relationship Type="http://schemas.openxmlformats.org/officeDocument/2006/relationships/notesMaster" Target="/ppt/notesMasters/notesMaster1.xml" Id="Rf35034e8beb84707" /></Relationships>
</file>

<file path=ppt/notesSlides/_rels/notesSlide9.xml.rels>&#65279;<?xml version="1.0" encoding="utf-8"?><Relationships xmlns="http://schemas.openxmlformats.org/package/2006/relationships"><Relationship Type="http://schemas.openxmlformats.org/officeDocument/2006/relationships/slide" Target="/ppt/slides/slide9.xml" Id="R4f4fbff8ae50452f" /><Relationship Type="http://schemas.openxmlformats.org/officeDocument/2006/relationships/notesMaster" Target="/ppt/notesMasters/notesMaster1.xml" Id="Rf7cd5544416244d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78b7600367449f" /><Relationship Type="http://schemas.openxmlformats.org/officeDocument/2006/relationships/notesMaster" Target="/ppt/notesMasters/notesMaster1.xml" Id="R76ba7cda4d9249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Ariana García, Maria Rodriguez, Diego Rodríguez Domínguez. Independent new code inspired by the pre-existing Cora concept; proposed track Wildcard / Tinkerer. Sources: docs/SUBMISSION.md and submission/APPLICATION-DRAFT.md. Candidacy remains pending; video excluded. Existing cover, logo, theme and slide masters retained from the source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recruiters and small hiring teams. These are workflow problems, not measured productivity claims. Source: docs/EVIDENCE-REVIEW.md.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English UI showing the second recorded report. Clickable evidence cells open the exact quotation and document context. Interface and report translations: English, Spanish, French and German. Source quotations stay in their original language. Sources: public/evidence-view.js, public/i18n.js and submission/assets/evidence-matrix.png.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 editable architecture diagram. Nightshift routes all three Nemotron stages: extract, compare, critique. H-MEM supplies source-attributed prior context. Deterministic validation checks IDs, coverage and literal quotations; it does not assign candidate scores. One correction per stage, at most six model calls for a new role. Sources: server/analysis.js, server/index.js, server/hmem.js.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docs/SUBMISSION.md, examples/zetaris/verified-review-workflow.json. Model: nvidia/nemotron-3.5-lightning-30b-a3b. Official H-MEM conformance: 13/13 checks at pinned revision 1742dec56a66e58eef9dda2d2b865823758ca8cd. Cursor is optional and no Cursor-built award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recorded run: examples/zetaris/verified-review-workflow.json, first and second reports, 26 October 2026. Sam Torres is fictional. The attributed interview answer is new evidence, not independent verification that the claim is true. Requirement IDs are stable so the displayed change is comparable.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paired conditions: examples/zetaris/verified-review-workflow.json, memoryComparison. Same current CVs, role description, extracted requirements and model. After app restart, only H-MEM provides the historical clarification. One stochastic run per condition illustrates behavior; it is not a population estimate or proof of average causal benefit. Memory source attribution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Nemotron evaluation, 26 October 2026: evaluation/results.json. 16 maintainer-authored fictional profiles, 32 criterion/candidate cells, all matching authored expectations; 0 unsupported positive assessments in this set. Four atomic requirement groups; one CV instruction attack. The second critical review changed 0 cells in this run, so no quality gain from it is claimed. Tests: 36/36 (mocked external transport); H-MEM official checks: 13/13. This is not independent recruiter validation or a general accuracy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Self-guided pilot: public/pilot.html, evaluation/RECRUITER-PILOT.md. Four balanced assignment combinations across frontend and data tasks. Two timed rounds, manual and assisted, four candidates each. Records actual elapsed time and disagreements with maintainer expectations; source location and question quality need human review. No recruiter participants or productivity gains are invented. Limits: local unauthenticated prototype, 25 CVs, 200,000 source characters, no OCR.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npm run demo with Node.js 22+; no npm installation, accounts or API keys are required for the recorded viewer and guided pilot. It serves local recorded outputs, not fresh AI inference. Live setup is documented separately. Public repository: https://github.com/oveun-software/hackaton . Team and provenance: submission/APPLICATION-DRAFT.md. Candidacy pending; video not produced.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9d206e7fd14d8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8d84e3e1c40408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3f562faef544b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56138a102e249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5ec6ce52bd24e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9e4effdb90646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B7E175-8AE3-48D6-8DD3-1F2B96A0D38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83554D9-EE6D-4298-883A-58DC603DFC2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E2A1899-EB2F-4747-A064-CD06048204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5B49B9-5048-4AA2-89C5-8DF8956E9F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7A9953-B37A-4E5D-A1C6-3193D7D278D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82CED3-A71B-4A81-AAA3-AA26AFF9F6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FE36F7-825B-4494-A2AB-16FD6CD6A17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BC1E00-DFE4-4C5C-8AE0-1EEB67C57E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21B170-C466-4498-B2CE-B10C32C67A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0CF0EB-9F37-46C8-BC71-772AFA3A4D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ca773b8c49426d" /><Relationship Type="http://schemas.openxmlformats.org/officeDocument/2006/relationships/slideLayout" Target="/ppt/slideLayouts/slideLayout1.xml" Id="Rdff3bb448cf146b2" /><Relationship Type="http://schemas.openxmlformats.org/officeDocument/2006/relationships/slideLayout" Target="/ppt/slideLayouts/slideLayout2.xml" Id="Rcabc8a9506124cc1" /><Relationship Type="http://schemas.openxmlformats.org/officeDocument/2006/relationships/slideLayout" Target="/ppt/slideLayouts/slideLayout3.xml" Id="R41daec1295bc4d20" /><Relationship Type="http://schemas.openxmlformats.org/officeDocument/2006/relationships/slideLayout" Target="/ppt/slideLayouts/slideLayout4.xml" Id="R8e0e0383973f4c48" /><Relationship Type="http://schemas.openxmlformats.org/officeDocument/2006/relationships/slideLayout" Target="/ppt/slideLayouts/slideLayout5.xml" Id="Ra247bd03255346fc" /><Relationship Type="http://schemas.openxmlformats.org/officeDocument/2006/relationships/slideLayout" Target="/ppt/slideLayouts/slideLayout6.xml" Id="R21917d71b23a46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f3bb448cf146b2"/>
    <p:sldLayoutId xmlns:r="http://schemas.openxmlformats.org/officeDocument/2006/relationships" id="2147483650" r:id="Rcabc8a9506124cc1"/>
    <p:sldLayoutId xmlns:r="http://schemas.openxmlformats.org/officeDocument/2006/relationships" id="2147483651" r:id="R41daec1295bc4d20"/>
    <p:sldLayoutId xmlns:r="http://schemas.openxmlformats.org/officeDocument/2006/relationships" id="2147483652" r:id="R8e0e0383973f4c48"/>
    <p:sldLayoutId xmlns:r="http://schemas.openxmlformats.org/officeDocument/2006/relationships" id="2147483653" r:id="Ra247bd03255346fc"/>
    <p:sldLayoutId xmlns:r="http://schemas.openxmlformats.org/officeDocument/2006/relationships" id="2147483654" r:id="R21917d71b23a46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da812f18c554ca5" /><Relationship Type="http://schemas.openxmlformats.org/officeDocument/2006/relationships/image" Target="/ppt/media/image.jpeg" Id="R8ea175b6bbe8499d" /><Relationship Type="http://schemas.openxmlformats.org/officeDocument/2006/relationships/image" Target="/ppt/media/image.svg" Id="R1d54c25cbbac46d5" /><Relationship Type="http://schemas.openxmlformats.org/officeDocument/2006/relationships/notesSlide" Target="/ppt/notesSlides/notesSlide1.xml" Id="R50d197dcf1604d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9b0a4257a2243bc" /><Relationship Type="http://schemas.openxmlformats.org/officeDocument/2006/relationships/notesSlide" Target="/ppt/notesSlides/notesSlide2.xml" Id="R57ef503b8a2b4d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5fcc7b8de24be7" /><Relationship Type="http://schemas.openxmlformats.org/officeDocument/2006/relationships/image" Target="/ppt/media/image2.jpeg" Id="R075e4a7646cd457a" /><Relationship Type="http://schemas.openxmlformats.org/officeDocument/2006/relationships/notesSlide" Target="/ppt/notesSlides/notesSlide3.xml" Id="Rb2ee2578070247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b74c12a4eb94572" /><Relationship Type="http://schemas.openxmlformats.org/officeDocument/2006/relationships/notesSlide" Target="/ppt/notesSlides/notesSlide4.xml" Id="Rbb753e7104b44e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68f153b0964ec7" /><Relationship Type="http://schemas.openxmlformats.org/officeDocument/2006/relationships/notesSlide" Target="/ppt/notesSlides/notesSlide5.xml" Id="Rae9878046fe34f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b6f422aae49c4" /><Relationship Type="http://schemas.openxmlformats.org/officeDocument/2006/relationships/notesSlide" Target="/ppt/notesSlides/notesSlide6.xml" Id="Rc8799899486d4f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c4f68c14d94ba6" /><Relationship Type="http://schemas.openxmlformats.org/officeDocument/2006/relationships/notesSlide" Target="/ppt/notesSlides/notesSlide7.xml" Id="R34f25b0ecb974d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27b445b822946b2" /><Relationship Type="http://schemas.openxmlformats.org/officeDocument/2006/relationships/notesSlide" Target="/ppt/notesSlides/notesSlide8.xml" Id="R45fae186047948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5eec541742946a5" /><Relationship Type="http://schemas.openxmlformats.org/officeDocument/2006/relationships/notesSlide" Target="/ppt/notesSlides/notesSlide9.xml" Id="Rb798886c59b54b2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4c6df43ca4f4c11" /><Relationship Type="http://schemas.openxmlformats.org/officeDocument/2006/relationships/notesSlide" Target="/ppt/notesSlides/notesSlide10.xml" Id="Rddd2df94d75247cb" /></Relationships>
</file>

<file path=ppt/slides/slide1.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C656790-E5AD-4AD6-8BA6-F721417557F2}"/>
              </a:ext>
            </a:extLst>
          </p:cNvPr>
          <p:cNvPicPr>
            <a:picLocks xmlns:a="http://schemas.openxmlformats.org/drawingml/2006/main" noChangeAspect="1"/>
          </p:cNvPicPr>
          <p:nvPr/>
        </p:nvPicPr>
        <p:blipFill>
          <a:blip xmlns:r="http://schemas.openxmlformats.org/officeDocument/2006/relationships" xmlns:a="http://schemas.openxmlformats.org/drawingml/2006/main" r:embed="R8ea175b6bbe8499d">
            <a:extLst>
              <a:ext uri="{96DAC541-7B7A-43D3-8B79-37D633B846F1}">
                <asvg:svgBlip xmlns:asvg="http://schemas.microsoft.com/office/drawing/2016/SVG/main" r:embed="R1d54c25cbbac46d5"/>
              </a:ext>
            </a:extLst>
          </a:blip>
          <a:stretch xmlns:a="http://schemas.openxmlformats.org/drawingml/2006/main"/>
        </p:blipFill>
        <p:spPr>
          <a:xfrm xmlns:a="http://schemas.openxmlformats.org/drawingml/2006/main">
            <a:off x="609600" y="590550"/>
            <a:ext cx="876300" cy="8763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29C68B-0871-458E-8CB3-1BE615E6B13A}"/>
              </a:ext>
            </a:extLst>
          </p:cNvPr>
          <p:cNvSpPr>
            <a:spLocks xmlns:a="http://schemas.openxmlformats.org/drawingml/2006/main" noGrp="1"/>
          </p:cNvSpPr>
          <p:nvPr/>
        </p:nvSpPr>
        <p:spPr>
          <a:xfrm xmlns:a="http://schemas.openxmlformats.org/drawingml/2006/main">
            <a:off x="609600" y="2143125"/>
            <a:ext cx="857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6600" b="1">
                <a:solidFill>
                  <a:srgbClr val="473229"/>
                </a:solidFill>
                <a:latin typeface="Segoe UI"/>
                <a:ea typeface="Segoe UI"/>
                <a:cs typeface="Segoe UI"/>
              </a:defRPr>
            </a:defPPr>
            <a:lvl1pPr>
              <a:buNone/>
              <a:defRPr sz="6600" b="1">
                <a:solidFill>
                  <a:srgbClr val="473229"/>
                </a:solidFill>
                <a:latin typeface="Segoe UI"/>
                <a:ea typeface="Segoe UI"/>
                <a:cs typeface="Segoe UI"/>
              </a:defRPr>
            </a:lvl1pPr>
            <a:lvl2pPr>
              <a:buNone/>
              <a:defRPr sz="6600" b="1">
                <a:solidFill>
                  <a:srgbClr val="473229"/>
                </a:solidFill>
                <a:latin typeface="Segoe UI"/>
                <a:ea typeface="Segoe UI"/>
                <a:cs typeface="Segoe UI"/>
              </a:defRPr>
            </a:lvl2pPr>
            <a:lvl3pPr>
              <a:buNone/>
              <a:defRPr sz="6600" b="1">
                <a:solidFill>
                  <a:srgbClr val="473229"/>
                </a:solidFill>
                <a:latin typeface="Segoe UI"/>
                <a:ea typeface="Segoe UI"/>
                <a:cs typeface="Segoe UI"/>
              </a:defRPr>
            </a:lvl3pPr>
            <a:lvl4pPr>
              <a:buNone/>
              <a:defRPr sz="6600" b="1">
                <a:solidFill>
                  <a:srgbClr val="473229"/>
                </a:solidFill>
                <a:latin typeface="Segoe UI"/>
                <a:ea typeface="Segoe UI"/>
                <a:cs typeface="Segoe UI"/>
              </a:defRPr>
            </a:lvl4pPr>
            <a:lvl5pPr>
              <a:buNone/>
              <a:defRPr sz="6600" b="1">
                <a:solidFill>
                  <a:srgbClr val="473229"/>
                </a:solidFill>
                <a:latin typeface="Segoe UI"/>
                <a:ea typeface="Segoe UI"/>
                <a:cs typeface="Segoe UI"/>
              </a:defRPr>
            </a:lvl5pPr>
            <a:lvl6pPr>
              <a:buNone/>
              <a:defRPr sz="6600" b="1">
                <a:solidFill>
                  <a:srgbClr val="473229"/>
                </a:solidFill>
                <a:latin typeface="Segoe UI"/>
                <a:ea typeface="Segoe UI"/>
                <a:cs typeface="Segoe UI"/>
              </a:defRPr>
            </a:lvl6pPr>
            <a:lvl7pPr>
              <a:buNone/>
              <a:defRPr sz="6600" b="1">
                <a:solidFill>
                  <a:srgbClr val="473229"/>
                </a:solidFill>
                <a:latin typeface="Segoe UI"/>
                <a:ea typeface="Segoe UI"/>
                <a:cs typeface="Segoe UI"/>
              </a:defRPr>
            </a:lvl7pPr>
            <a:lvl8pPr>
              <a:buNone/>
              <a:defRPr sz="6600" b="1">
                <a:solidFill>
                  <a:srgbClr val="473229"/>
                </a:solidFill>
                <a:latin typeface="Segoe UI"/>
                <a:ea typeface="Segoe UI"/>
                <a:cs typeface="Segoe UI"/>
              </a:defRPr>
            </a:lvl8pPr>
            <a:lvl9pPr>
              <a:buNone/>
              <a:defRPr sz="6600" b="1">
                <a:solidFill>
                  <a:srgbClr val="473229"/>
                </a:solidFill>
                <a:latin typeface="Segoe UI"/>
                <a:ea typeface="Segoe UI"/>
                <a:cs typeface="Segoe UI"/>
              </a:defRPr>
            </a:lvl9pPr>
          </a:lstStyle>
          <a:p xmlns:a="http://schemas.openxmlformats.org/drawingml/2006/main">
            <a:pPr>
              <a:buNone/>
              <a:defRPr sz="6600" b="1">
                <a:solidFill>
                  <a:srgbClr val="473229"/>
                </a:solidFill>
                <a:latin typeface="Segoe UI"/>
                <a:ea typeface="Segoe UI"/>
                <a:cs typeface="Segoe UI"/>
              </a:defRPr>
            </a:pPr>
            <a:r>
              <a:rPr sz="6600" b="1">
                <a:solidFill>
                  <a:srgbClr val="473229"/>
                </a:solidFill>
                <a:latin typeface="Segoe UI"/>
                <a:ea typeface="Segoe UI"/>
                <a:cs typeface="Segoe UI"/>
              </a:rPr>
              <a:t>TalentLens</a:t>
            </a:r>
          </a:p>
        </p:txBody>
      </p:sp>
      <p:sp>
        <p:nvSpPr>
          <p:cNvPr id="3" name="">
            <a:extLst xmlns:a="http://schemas.openxmlformats.org/drawingml/2006/main">
              <a:ext uri="{FF2B5EF4-FFF2-40B4-BE49-F238E27FC236}">
                <a16:creationId xmlns:a16="http://schemas.microsoft.com/office/drawing/2014/main" id="{1AC35443-BE55-4878-A76E-45E5FEF9FB70}"/>
              </a:ext>
            </a:extLst>
          </p:cNvPr>
          <p:cNvSpPr>
            <a:spLocks xmlns:a="http://schemas.openxmlformats.org/drawingml/2006/main" noGrp="1"/>
          </p:cNvSpPr>
          <p:nvPr/>
        </p:nvSpPr>
        <p:spPr>
          <a:xfrm xmlns:a="http://schemas.openxmlformats.org/drawingml/2006/main">
            <a:off x="647700" y="3429000"/>
            <a:ext cx="1000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850" b="0">
                <a:solidFill>
                  <a:srgbClr val="684A3A"/>
                </a:solidFill>
                <a:latin typeface="Segoe UI"/>
                <a:ea typeface="Segoe UI"/>
                <a:cs typeface="Segoe UI"/>
              </a:defRPr>
            </a:defPPr>
            <a:lvl1pPr>
              <a:buNone/>
              <a:defRPr sz="2850" b="0">
                <a:solidFill>
                  <a:srgbClr val="684A3A"/>
                </a:solidFill>
                <a:latin typeface="Segoe UI"/>
                <a:ea typeface="Segoe UI"/>
                <a:cs typeface="Segoe UI"/>
              </a:defRPr>
            </a:lvl1pPr>
            <a:lvl2pPr>
              <a:buNone/>
              <a:defRPr sz="2850" b="0">
                <a:solidFill>
                  <a:srgbClr val="684A3A"/>
                </a:solidFill>
                <a:latin typeface="Segoe UI"/>
                <a:ea typeface="Segoe UI"/>
                <a:cs typeface="Segoe UI"/>
              </a:defRPr>
            </a:lvl2pPr>
            <a:lvl3pPr>
              <a:buNone/>
              <a:defRPr sz="2850" b="0">
                <a:solidFill>
                  <a:srgbClr val="684A3A"/>
                </a:solidFill>
                <a:latin typeface="Segoe UI"/>
                <a:ea typeface="Segoe UI"/>
                <a:cs typeface="Segoe UI"/>
              </a:defRPr>
            </a:lvl3pPr>
            <a:lvl4pPr>
              <a:buNone/>
              <a:defRPr sz="2850" b="0">
                <a:solidFill>
                  <a:srgbClr val="684A3A"/>
                </a:solidFill>
                <a:latin typeface="Segoe UI"/>
                <a:ea typeface="Segoe UI"/>
                <a:cs typeface="Segoe UI"/>
              </a:defRPr>
            </a:lvl4pPr>
            <a:lvl5pPr>
              <a:buNone/>
              <a:defRPr sz="2850" b="0">
                <a:solidFill>
                  <a:srgbClr val="684A3A"/>
                </a:solidFill>
                <a:latin typeface="Segoe UI"/>
                <a:ea typeface="Segoe UI"/>
                <a:cs typeface="Segoe UI"/>
              </a:defRPr>
            </a:lvl5pPr>
            <a:lvl6pPr>
              <a:buNone/>
              <a:defRPr sz="2850" b="0">
                <a:solidFill>
                  <a:srgbClr val="684A3A"/>
                </a:solidFill>
                <a:latin typeface="Segoe UI"/>
                <a:ea typeface="Segoe UI"/>
                <a:cs typeface="Segoe UI"/>
              </a:defRPr>
            </a:lvl6pPr>
            <a:lvl7pPr>
              <a:buNone/>
              <a:defRPr sz="2850" b="0">
                <a:solidFill>
                  <a:srgbClr val="684A3A"/>
                </a:solidFill>
                <a:latin typeface="Segoe UI"/>
                <a:ea typeface="Segoe UI"/>
                <a:cs typeface="Segoe UI"/>
              </a:defRPr>
            </a:lvl7pPr>
            <a:lvl8pPr>
              <a:buNone/>
              <a:defRPr sz="2850" b="0">
                <a:solidFill>
                  <a:srgbClr val="684A3A"/>
                </a:solidFill>
                <a:latin typeface="Segoe UI"/>
                <a:ea typeface="Segoe UI"/>
                <a:cs typeface="Segoe UI"/>
              </a:defRPr>
            </a:lvl8pPr>
            <a:lvl9pPr>
              <a:buNone/>
              <a:defRPr sz="2850" b="0">
                <a:solidFill>
                  <a:srgbClr val="684A3A"/>
                </a:solidFill>
                <a:latin typeface="Segoe UI"/>
                <a:ea typeface="Segoe UI"/>
                <a:cs typeface="Segoe UI"/>
              </a:defRPr>
            </a:lvl9pPr>
          </a:lstStyle>
          <a:p xmlns:a="http://schemas.openxmlformats.org/drawingml/2006/main">
            <a:pPr>
              <a:buNone/>
              <a:defRPr sz="2850" b="0">
                <a:solidFill>
                  <a:srgbClr val="684A3A"/>
                </a:solidFill>
                <a:latin typeface="Segoe UI"/>
                <a:ea typeface="Segoe UI"/>
                <a:cs typeface="Segoe UI"/>
              </a:defRPr>
            </a:pPr>
            <a:r>
              <a:rPr sz="2850" b="0">
                <a:solidFill>
                  <a:srgbClr val="684A3A"/>
                </a:solidFill>
                <a:latin typeface="Segoe UI"/>
                <a:ea typeface="Segoe UI"/>
                <a:cs typeface="Segoe UI"/>
              </a:rPr>
              <a:t>Find the evidence. Ask the next question.</a:t>
            </a:r>
          </a:p>
        </p:txBody>
      </p:sp>
      <p:sp>
        <p:nvSpPr>
          <p:cNvPr id="4" name="">
            <a:extLst xmlns:a="http://schemas.openxmlformats.org/drawingml/2006/main">
              <a:ext uri="{FF2B5EF4-FFF2-40B4-BE49-F238E27FC236}">
                <a16:creationId xmlns:a16="http://schemas.microsoft.com/office/drawing/2014/main" id="{DF60A1DE-E898-4C4D-98D9-CC270BF56AC8}"/>
              </a:ext>
            </a:extLst>
          </p:cNvPr>
          <p:cNvSpPr>
            <a:spLocks xmlns:a="http://schemas.openxmlformats.org/drawingml/2006/main" noGrp="1"/>
          </p:cNvSpPr>
          <p:nvPr/>
        </p:nvSpPr>
        <p:spPr>
          <a:xfrm xmlns:a="http://schemas.openxmlformats.org/drawingml/2006/main">
            <a:off x="647700" y="4638675"/>
            <a:ext cx="1809750" cy="47625"/>
          </a:xfrm>
          <a:prstGeom xmlns:a="http://schemas.openxmlformats.org/drawingml/2006/main" prst="rect">
            <a:avLst/>
          </a:prstGeom>
          <a:solidFill xmlns:a="http://schemas.openxmlformats.org/drawingml/2006/main">
            <a:srgbClr val="C5A27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2EDC92-F5A4-4602-9374-86697F4252EB}"/>
              </a:ext>
            </a:extLst>
          </p:cNvPr>
          <p:cNvSpPr>
            <a:spLocks xmlns:a="http://schemas.openxmlformats.org/drawingml/2006/main" noGrp="1"/>
          </p:cNvSpPr>
          <p:nvPr/>
        </p:nvSpPr>
        <p:spPr>
          <a:xfrm xmlns:a="http://schemas.openxmlformats.org/drawingml/2006/main">
            <a:off x="647700" y="51244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1">
                <a:solidFill>
                  <a:srgbClr val="684A3A"/>
                </a:solidFill>
                <a:latin typeface="Segoe UI"/>
                <a:ea typeface="Segoe UI"/>
                <a:cs typeface="Segoe UI"/>
              </a:defRPr>
            </a:defPPr>
            <a:lvl1pPr>
              <a:buNone/>
              <a:defRPr sz="1950" b="1">
                <a:solidFill>
                  <a:srgbClr val="684A3A"/>
                </a:solidFill>
                <a:latin typeface="Segoe UI"/>
                <a:ea typeface="Segoe UI"/>
                <a:cs typeface="Segoe UI"/>
              </a:defRPr>
            </a:lvl1pPr>
            <a:lvl2pPr>
              <a:buNone/>
              <a:defRPr sz="1950" b="1">
                <a:solidFill>
                  <a:srgbClr val="684A3A"/>
                </a:solidFill>
                <a:latin typeface="Segoe UI"/>
                <a:ea typeface="Segoe UI"/>
                <a:cs typeface="Segoe UI"/>
              </a:defRPr>
            </a:lvl2pPr>
            <a:lvl3pPr>
              <a:buNone/>
              <a:defRPr sz="1950" b="1">
                <a:solidFill>
                  <a:srgbClr val="684A3A"/>
                </a:solidFill>
                <a:latin typeface="Segoe UI"/>
                <a:ea typeface="Segoe UI"/>
                <a:cs typeface="Segoe UI"/>
              </a:defRPr>
            </a:lvl3pPr>
            <a:lvl4pPr>
              <a:buNone/>
              <a:defRPr sz="1950" b="1">
                <a:solidFill>
                  <a:srgbClr val="684A3A"/>
                </a:solidFill>
                <a:latin typeface="Segoe UI"/>
                <a:ea typeface="Segoe UI"/>
                <a:cs typeface="Segoe UI"/>
              </a:defRPr>
            </a:lvl4pPr>
            <a:lvl5pPr>
              <a:buNone/>
              <a:defRPr sz="1950" b="1">
                <a:solidFill>
                  <a:srgbClr val="684A3A"/>
                </a:solidFill>
                <a:latin typeface="Segoe UI"/>
                <a:ea typeface="Segoe UI"/>
                <a:cs typeface="Segoe UI"/>
              </a:defRPr>
            </a:lvl5pPr>
            <a:lvl6pPr>
              <a:buNone/>
              <a:defRPr sz="1950" b="1">
                <a:solidFill>
                  <a:srgbClr val="684A3A"/>
                </a:solidFill>
                <a:latin typeface="Segoe UI"/>
                <a:ea typeface="Segoe UI"/>
                <a:cs typeface="Segoe UI"/>
              </a:defRPr>
            </a:lvl6pPr>
            <a:lvl7pPr>
              <a:buNone/>
              <a:defRPr sz="1950" b="1">
                <a:solidFill>
                  <a:srgbClr val="684A3A"/>
                </a:solidFill>
                <a:latin typeface="Segoe UI"/>
                <a:ea typeface="Segoe UI"/>
                <a:cs typeface="Segoe UI"/>
              </a:defRPr>
            </a:lvl7pPr>
            <a:lvl8pPr>
              <a:buNone/>
              <a:defRPr sz="1950" b="1">
                <a:solidFill>
                  <a:srgbClr val="684A3A"/>
                </a:solidFill>
                <a:latin typeface="Segoe UI"/>
                <a:ea typeface="Segoe UI"/>
                <a:cs typeface="Segoe UI"/>
              </a:defRPr>
            </a:lvl8pPr>
            <a:lvl9pPr>
              <a:buNone/>
              <a:defRPr sz="1950" b="1">
                <a:solidFill>
                  <a:srgbClr val="684A3A"/>
                </a:solidFill>
                <a:latin typeface="Segoe UI"/>
                <a:ea typeface="Segoe UI"/>
                <a:cs typeface="Segoe UI"/>
              </a:defRPr>
            </a:lvl9pPr>
          </a:lstStyle>
          <a:p xmlns:a="http://schemas.openxmlformats.org/drawingml/2006/main">
            <a:pPr>
              <a:buNone/>
              <a:defRPr sz="1950" b="1">
                <a:solidFill>
                  <a:srgbClr val="684A3A"/>
                </a:solidFill>
                <a:latin typeface="Segoe UI"/>
                <a:ea typeface="Segoe UI"/>
                <a:cs typeface="Segoe UI"/>
              </a:defRPr>
            </a:pPr>
            <a:r>
              <a:rPr sz="1950" b="1">
                <a:solidFill>
                  <a:srgbClr val="684A3A"/>
                </a:solidFill>
                <a:latin typeface="Segoe UI"/>
                <a:ea typeface="Segoe UI"/>
                <a:cs typeface="Segoe UI"/>
              </a:rPr>
              <a:t>Los pichones de Oveun</a:t>
            </a:r>
          </a:p>
        </p:txBody>
      </p:sp>
      <p:sp>
        <p:nvSpPr>
          <p:cNvPr id="6" name="">
            <a:extLst xmlns:a="http://schemas.openxmlformats.org/drawingml/2006/main">
              <a:ext uri="{FF2B5EF4-FFF2-40B4-BE49-F238E27FC236}">
                <a16:creationId xmlns:a16="http://schemas.microsoft.com/office/drawing/2014/main" id="{2969A2D1-CDC5-4356-A556-0C940B36FAE5}"/>
              </a:ext>
            </a:extLst>
          </p:cNvPr>
          <p:cNvSpPr>
            <a:spLocks xmlns:a="http://schemas.openxmlformats.org/drawingml/2006/main" noGrp="1"/>
          </p:cNvSpPr>
          <p:nvPr/>
        </p:nvSpPr>
        <p:spPr>
          <a:xfrm xmlns:a="http://schemas.openxmlformats.org/drawingml/2006/main">
            <a:off x="647700" y="564832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806E60"/>
                </a:solidFill>
                <a:latin typeface="Segoe UI"/>
                <a:ea typeface="Segoe UI"/>
                <a:cs typeface="Segoe UI"/>
              </a:defRPr>
            </a:defPPr>
            <a:lvl1pPr>
              <a:buNone/>
              <a:defRPr sz="1650" b="0">
                <a:solidFill>
                  <a:srgbClr val="806E60"/>
                </a:solidFill>
                <a:latin typeface="Segoe UI"/>
                <a:ea typeface="Segoe UI"/>
                <a:cs typeface="Segoe UI"/>
              </a:defRPr>
            </a:lvl1pPr>
            <a:lvl2pPr>
              <a:buNone/>
              <a:defRPr sz="1650" b="0">
                <a:solidFill>
                  <a:srgbClr val="806E60"/>
                </a:solidFill>
                <a:latin typeface="Segoe UI"/>
                <a:ea typeface="Segoe UI"/>
                <a:cs typeface="Segoe UI"/>
              </a:defRPr>
            </a:lvl2pPr>
            <a:lvl3pPr>
              <a:buNone/>
              <a:defRPr sz="1650" b="0">
                <a:solidFill>
                  <a:srgbClr val="806E60"/>
                </a:solidFill>
                <a:latin typeface="Segoe UI"/>
                <a:ea typeface="Segoe UI"/>
                <a:cs typeface="Segoe UI"/>
              </a:defRPr>
            </a:lvl3pPr>
            <a:lvl4pPr>
              <a:buNone/>
              <a:defRPr sz="1650" b="0">
                <a:solidFill>
                  <a:srgbClr val="806E60"/>
                </a:solidFill>
                <a:latin typeface="Segoe UI"/>
                <a:ea typeface="Segoe UI"/>
                <a:cs typeface="Segoe UI"/>
              </a:defRPr>
            </a:lvl4pPr>
            <a:lvl5pPr>
              <a:buNone/>
              <a:defRPr sz="1650" b="0">
                <a:solidFill>
                  <a:srgbClr val="806E60"/>
                </a:solidFill>
                <a:latin typeface="Segoe UI"/>
                <a:ea typeface="Segoe UI"/>
                <a:cs typeface="Segoe UI"/>
              </a:defRPr>
            </a:lvl5pPr>
            <a:lvl6pPr>
              <a:buNone/>
              <a:defRPr sz="1650" b="0">
                <a:solidFill>
                  <a:srgbClr val="806E60"/>
                </a:solidFill>
                <a:latin typeface="Segoe UI"/>
                <a:ea typeface="Segoe UI"/>
                <a:cs typeface="Segoe UI"/>
              </a:defRPr>
            </a:lvl6pPr>
            <a:lvl7pPr>
              <a:buNone/>
              <a:defRPr sz="1650" b="0">
                <a:solidFill>
                  <a:srgbClr val="806E60"/>
                </a:solidFill>
                <a:latin typeface="Segoe UI"/>
                <a:ea typeface="Segoe UI"/>
                <a:cs typeface="Segoe UI"/>
              </a:defRPr>
            </a:lvl7pPr>
            <a:lvl8pPr>
              <a:buNone/>
              <a:defRPr sz="1650" b="0">
                <a:solidFill>
                  <a:srgbClr val="806E60"/>
                </a:solidFill>
                <a:latin typeface="Segoe UI"/>
                <a:ea typeface="Segoe UI"/>
                <a:cs typeface="Segoe UI"/>
              </a:defRPr>
            </a:lvl8pPr>
            <a:lvl9pPr>
              <a:buNone/>
              <a:defRPr sz="1650" b="0">
                <a:solidFill>
                  <a:srgbClr val="806E60"/>
                </a:solidFill>
                <a:latin typeface="Segoe UI"/>
                <a:ea typeface="Segoe UI"/>
                <a:cs typeface="Segoe UI"/>
              </a:defRPr>
            </a:lvl9pPr>
          </a:lstStyle>
          <a:p xmlns:a="http://schemas.openxmlformats.org/drawingml/2006/main">
            <a:pPr>
              <a:buNone/>
              <a:defRPr sz="1650" b="0">
                <a:solidFill>
                  <a:srgbClr val="806E60"/>
                </a:solidFill>
                <a:latin typeface="Segoe UI"/>
                <a:ea typeface="Segoe UI"/>
                <a:cs typeface="Segoe UI"/>
              </a:defRPr>
            </a:pPr>
            <a:r>
              <a:rPr sz="1650" b="0">
                <a:solidFill>
                  <a:srgbClr val="806E60"/>
                </a:solidFill>
                <a:latin typeface="Segoe UI"/>
                <a:ea typeface="Segoe UI"/>
                <a:cs typeface="Segoe UI"/>
              </a:rPr>
              <a:t>Open Agent Hackathon 2026</a:t>
            </a:r>
          </a:p>
        </p:txBody>
      </p:sp>
    </p:spTree>
    <p:extLst>
      <p:ext uri="{BB962C8B-B14F-4D97-AF65-F5344CB8AC3E}">
        <p14:creationId xmlns:p14="http://schemas.microsoft.com/office/powerpoint/2010/main" val="1662737181"/>
      </p:ext>
    </p:extLst>
  </p:cSld>
</p:sld>
</file>

<file path=ppt/slides/slide2.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2AC0FB-95F0-4D03-9BC9-F8B3CCBBABB7}"/>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A shortlist should explain what to ask next</a:t>
            </a:r>
          </a:p>
        </p:txBody>
      </p:sp>
      <p:sp>
        <p:nvSpPr>
          <p:cNvPr id="2" name="">
            <a:extLst xmlns:a="http://schemas.openxmlformats.org/drawingml/2006/main">
              <a:ext uri="{FF2B5EF4-FFF2-40B4-BE49-F238E27FC236}">
                <a16:creationId xmlns:a16="http://schemas.microsoft.com/office/drawing/2014/main" id="{3EA2E6DE-6342-4032-9CDF-0B22A265DB28}"/>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91D39F-91CA-423F-8EF3-2AE811867876}"/>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0B9D973E-0D1F-4845-9EA2-986ACDA3CD92}"/>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02</a:t>
            </a:r>
          </a:p>
        </p:txBody>
      </p:sp>
      <p:sp>
        <p:nvSpPr>
          <p:cNvPr id="15" name="">
            <a:extLst xmlns:a="http://schemas.openxmlformats.org/drawingml/2006/main">
              <a:ext uri="{FF2B5EF4-FFF2-40B4-BE49-F238E27FC236}">
                <a16:creationId xmlns:a16="http://schemas.microsoft.com/office/drawing/2014/main" id="{4D5177EB-BCF8-422A-9950-CA9CF422401E}"/>
              </a:ext>
            </a:extLst>
          </p:cNvPr>
          <p:cNvSpPr>
            <a:spLocks xmlns:a="http://schemas.openxmlformats.org/drawingml/2006/main" noGrp="1"/>
          </p:cNvSpPr>
          <p:nvPr/>
        </p:nvSpPr>
        <p:spPr>
          <a:xfrm xmlns:a="http://schemas.openxmlformats.org/drawingml/2006/main">
            <a:off x="609600"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defRPr sz="4050" b="1">
                <a:solidFill>
                  <a:srgbClr val="C5A274"/>
                </a:solidFill>
                <a:latin typeface="Segoe UI"/>
                <a:ea typeface="Segoe UI"/>
                <a:cs typeface="Segoe UI"/>
              </a:defRPr>
            </a:lvl1pPr>
            <a:lvl2pPr>
              <a:defRPr sz="4050" b="1">
                <a:solidFill>
                  <a:srgbClr val="C5A274"/>
                </a:solidFill>
                <a:latin typeface="Segoe UI"/>
                <a:ea typeface="Segoe UI"/>
                <a:cs typeface="Segoe UI"/>
              </a:defRPr>
            </a:lvl2pPr>
            <a:lvl3pPr>
              <a:defRPr sz="4050" b="1">
                <a:solidFill>
                  <a:srgbClr val="C5A274"/>
                </a:solidFill>
                <a:latin typeface="Segoe UI"/>
                <a:ea typeface="Segoe UI"/>
                <a:cs typeface="Segoe UI"/>
              </a:defRPr>
            </a:lvl3pPr>
            <a:lvl4pPr>
              <a:defRPr sz="4050" b="1">
                <a:solidFill>
                  <a:srgbClr val="C5A274"/>
                </a:solidFill>
                <a:latin typeface="Segoe UI"/>
                <a:ea typeface="Segoe UI"/>
                <a:cs typeface="Segoe UI"/>
              </a:defRPr>
            </a:lvl4pPr>
            <a:lvl5pPr>
              <a:defRPr sz="4050" b="1">
                <a:solidFill>
                  <a:srgbClr val="C5A274"/>
                </a:solidFill>
                <a:latin typeface="Segoe UI"/>
                <a:ea typeface="Segoe UI"/>
                <a:cs typeface="Segoe UI"/>
              </a:defRPr>
            </a:lvl5pPr>
            <a:lvl6pPr>
              <a:defRPr sz="4050" b="1">
                <a:solidFill>
                  <a:srgbClr val="C5A274"/>
                </a:solidFill>
                <a:latin typeface="Segoe UI"/>
                <a:ea typeface="Segoe UI"/>
                <a:cs typeface="Segoe UI"/>
              </a:defRPr>
            </a:lvl6pPr>
            <a:lvl7pPr>
              <a:defRPr sz="4050" b="1">
                <a:solidFill>
                  <a:srgbClr val="C5A274"/>
                </a:solidFill>
                <a:latin typeface="Segoe UI"/>
                <a:ea typeface="Segoe UI"/>
                <a:cs typeface="Segoe UI"/>
              </a:defRPr>
            </a:lvl7pPr>
            <a:lvl8pPr>
              <a:defRPr sz="4050" b="1">
                <a:solidFill>
                  <a:srgbClr val="C5A274"/>
                </a:solidFill>
                <a:latin typeface="Segoe UI"/>
                <a:ea typeface="Segoe UI"/>
                <a:cs typeface="Segoe UI"/>
              </a:defRPr>
            </a:lvl8pPr>
            <a:lvl9pPr>
              <a:defRPr sz="4050" b="1">
                <a:solidFill>
                  <a:srgbClr val="C5A274"/>
                </a:solidFill>
                <a:latin typeface="Segoe UI"/>
                <a:ea typeface="Segoe UI"/>
                <a:cs typeface="Segoe UI"/>
              </a:defRPr>
            </a:lvl9pPr>
          </a:lstStyle>
          <a:p xmlns:a="http://schemas.openxmlformats.org/drawingml/2006/main">
            <a:pPr>
              <a:defRPr sz="4050" b="1">
                <a:solidFill>
                  <a:srgbClr val="C5A274"/>
                </a:solidFill>
                <a:latin typeface="Segoe UI"/>
                <a:ea typeface="Segoe UI"/>
                <a:cs typeface="Segoe UI"/>
              </a:defRPr>
            </a:pPr>
            <a:r>
              <a:rPr sz="4050" b="1">
                <a:solidFill>
                  <a:srgbClr val="C5A274"/>
                </a:solidFill>
                <a:latin typeface="Segoe UI"/>
                <a:ea typeface="Segoe UI"/>
                <a:cs typeface="Segoe UI"/>
              </a:rPr>
              <a:t>01</a:t>
            </a:r>
          </a:p>
        </p:txBody>
      </p:sp>
      <p:sp>
        <p:nvSpPr>
          <p:cNvPr id="16" name="">
            <a:extLst xmlns:a="http://schemas.openxmlformats.org/drawingml/2006/main">
              <a:ext uri="{FF2B5EF4-FFF2-40B4-BE49-F238E27FC236}">
                <a16:creationId xmlns:a16="http://schemas.microsoft.com/office/drawing/2014/main" id="{20324B98-FB1F-4FB0-B9C7-2E56CF3E2CDD}"/>
              </a:ext>
            </a:extLst>
          </p:cNvPr>
          <p:cNvSpPr>
            <a:spLocks xmlns:a="http://schemas.openxmlformats.org/drawingml/2006/main" noGrp="1"/>
          </p:cNvSpPr>
          <p:nvPr/>
        </p:nvSpPr>
        <p:spPr>
          <a:xfrm xmlns:a="http://schemas.openxmlformats.org/drawingml/2006/main">
            <a:off x="609600"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defRPr sz="2325" b="1">
                <a:solidFill>
                  <a:srgbClr val="684A3A"/>
                </a:solidFill>
                <a:latin typeface="Segoe UI"/>
                <a:ea typeface="Segoe UI"/>
                <a:cs typeface="Segoe UI"/>
              </a:defRPr>
            </a:lvl1pPr>
            <a:lvl2pPr>
              <a:defRPr sz="2325" b="1">
                <a:solidFill>
                  <a:srgbClr val="684A3A"/>
                </a:solidFill>
                <a:latin typeface="Segoe UI"/>
                <a:ea typeface="Segoe UI"/>
                <a:cs typeface="Segoe UI"/>
              </a:defRPr>
            </a:lvl2pPr>
            <a:lvl3pPr>
              <a:defRPr sz="2325" b="1">
                <a:solidFill>
                  <a:srgbClr val="684A3A"/>
                </a:solidFill>
                <a:latin typeface="Segoe UI"/>
                <a:ea typeface="Segoe UI"/>
                <a:cs typeface="Segoe UI"/>
              </a:defRPr>
            </a:lvl3pPr>
            <a:lvl4pPr>
              <a:defRPr sz="2325" b="1">
                <a:solidFill>
                  <a:srgbClr val="684A3A"/>
                </a:solidFill>
                <a:latin typeface="Segoe UI"/>
                <a:ea typeface="Segoe UI"/>
                <a:cs typeface="Segoe UI"/>
              </a:defRPr>
            </a:lvl4pPr>
            <a:lvl5pPr>
              <a:defRPr sz="2325" b="1">
                <a:solidFill>
                  <a:srgbClr val="684A3A"/>
                </a:solidFill>
                <a:latin typeface="Segoe UI"/>
                <a:ea typeface="Segoe UI"/>
                <a:cs typeface="Segoe UI"/>
              </a:defRPr>
            </a:lvl5pPr>
            <a:lvl6pPr>
              <a:defRPr sz="2325" b="1">
                <a:solidFill>
                  <a:srgbClr val="684A3A"/>
                </a:solidFill>
                <a:latin typeface="Segoe UI"/>
                <a:ea typeface="Segoe UI"/>
                <a:cs typeface="Segoe UI"/>
              </a:defRPr>
            </a:lvl6pPr>
            <a:lvl7pPr>
              <a:defRPr sz="2325" b="1">
                <a:solidFill>
                  <a:srgbClr val="684A3A"/>
                </a:solidFill>
                <a:latin typeface="Segoe UI"/>
                <a:ea typeface="Segoe UI"/>
                <a:cs typeface="Segoe UI"/>
              </a:defRPr>
            </a:lvl7pPr>
            <a:lvl8pPr>
              <a:defRPr sz="2325" b="1">
                <a:solidFill>
                  <a:srgbClr val="684A3A"/>
                </a:solidFill>
                <a:latin typeface="Segoe UI"/>
                <a:ea typeface="Segoe UI"/>
                <a:cs typeface="Segoe UI"/>
              </a:defRPr>
            </a:lvl8pPr>
            <a:lvl9pPr>
              <a:defRPr sz="2325" b="1">
                <a:solidFill>
                  <a:srgbClr val="684A3A"/>
                </a:solidFill>
                <a:latin typeface="Segoe UI"/>
                <a:ea typeface="Segoe UI"/>
                <a:cs typeface="Segoe UI"/>
              </a:defRPr>
            </a:lvl9pPr>
          </a:lstStyle>
          <a:p xmlns:a="http://schemas.openxmlformats.org/drawingml/2006/main">
            <a:pPr>
              <a:defRPr sz="2325" b="1">
                <a:solidFill>
                  <a:srgbClr val="684A3A"/>
                </a:solidFill>
                <a:latin typeface="Segoe UI"/>
                <a:ea typeface="Segoe UI"/>
                <a:cs typeface="Segoe UI"/>
              </a:defRPr>
            </a:pPr>
            <a:r>
              <a:rPr sz="2325" b="1">
                <a:solidFill>
                  <a:srgbClr val="684A3A"/>
                </a:solidFill>
                <a:latin typeface="Segoe UI"/>
                <a:ea typeface="Segoe UI"/>
                <a:cs typeface="Segoe UI"/>
              </a:rPr>
              <a:t>Interpret the role</a:t>
            </a:r>
          </a:p>
        </p:txBody>
      </p:sp>
      <p:sp>
        <p:nvSpPr>
          <p:cNvPr id="17" name="">
            <a:extLst xmlns:a="http://schemas.openxmlformats.org/drawingml/2006/main">
              <a:ext uri="{FF2B5EF4-FFF2-40B4-BE49-F238E27FC236}">
                <a16:creationId xmlns:a16="http://schemas.microsoft.com/office/drawing/2014/main" id="{594B7118-59AA-4EC2-8AD4-BAB77460E560}"/>
              </a:ext>
            </a:extLst>
          </p:cNvPr>
          <p:cNvSpPr>
            <a:spLocks xmlns:a="http://schemas.openxmlformats.org/drawingml/2006/main" noGrp="1"/>
          </p:cNvSpPr>
          <p:nvPr/>
        </p:nvSpPr>
        <p:spPr>
          <a:xfrm xmlns:a="http://schemas.openxmlformats.org/drawingml/2006/main">
            <a:off x="609600"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Separate essential experience from preferences before comparing candidates.</a:t>
            </a:r>
          </a:p>
        </p:txBody>
      </p:sp>
      <p:sp>
        <p:nvSpPr>
          <p:cNvPr id="18" name="">
            <a:extLst xmlns:a="http://schemas.openxmlformats.org/drawingml/2006/main">
              <a:ext uri="{FF2B5EF4-FFF2-40B4-BE49-F238E27FC236}">
                <a16:creationId xmlns:a16="http://schemas.microsoft.com/office/drawing/2014/main" id="{81A4F42A-4212-4BF0-A5B1-CC911E0D7F68}"/>
              </a:ext>
            </a:extLst>
          </p:cNvPr>
          <p:cNvSpPr>
            <a:spLocks xmlns:a="http://schemas.openxmlformats.org/drawingml/2006/main" noGrp="1"/>
          </p:cNvSpPr>
          <p:nvPr/>
        </p:nvSpPr>
        <p:spPr>
          <a:xfrm xmlns:a="http://schemas.openxmlformats.org/drawingml/2006/main">
            <a:off x="4391025"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defRPr sz="4050" b="1">
                <a:solidFill>
                  <a:srgbClr val="C5A274"/>
                </a:solidFill>
                <a:latin typeface="Segoe UI"/>
                <a:ea typeface="Segoe UI"/>
                <a:cs typeface="Segoe UI"/>
              </a:defRPr>
            </a:lvl1pPr>
            <a:lvl2pPr>
              <a:defRPr sz="4050" b="1">
                <a:solidFill>
                  <a:srgbClr val="C5A274"/>
                </a:solidFill>
                <a:latin typeface="Segoe UI"/>
                <a:ea typeface="Segoe UI"/>
                <a:cs typeface="Segoe UI"/>
              </a:defRPr>
            </a:lvl2pPr>
            <a:lvl3pPr>
              <a:defRPr sz="4050" b="1">
                <a:solidFill>
                  <a:srgbClr val="C5A274"/>
                </a:solidFill>
                <a:latin typeface="Segoe UI"/>
                <a:ea typeface="Segoe UI"/>
                <a:cs typeface="Segoe UI"/>
              </a:defRPr>
            </a:lvl3pPr>
            <a:lvl4pPr>
              <a:defRPr sz="4050" b="1">
                <a:solidFill>
                  <a:srgbClr val="C5A274"/>
                </a:solidFill>
                <a:latin typeface="Segoe UI"/>
                <a:ea typeface="Segoe UI"/>
                <a:cs typeface="Segoe UI"/>
              </a:defRPr>
            </a:lvl4pPr>
            <a:lvl5pPr>
              <a:defRPr sz="4050" b="1">
                <a:solidFill>
                  <a:srgbClr val="C5A274"/>
                </a:solidFill>
                <a:latin typeface="Segoe UI"/>
                <a:ea typeface="Segoe UI"/>
                <a:cs typeface="Segoe UI"/>
              </a:defRPr>
            </a:lvl5pPr>
            <a:lvl6pPr>
              <a:defRPr sz="4050" b="1">
                <a:solidFill>
                  <a:srgbClr val="C5A274"/>
                </a:solidFill>
                <a:latin typeface="Segoe UI"/>
                <a:ea typeface="Segoe UI"/>
                <a:cs typeface="Segoe UI"/>
              </a:defRPr>
            </a:lvl6pPr>
            <a:lvl7pPr>
              <a:defRPr sz="4050" b="1">
                <a:solidFill>
                  <a:srgbClr val="C5A274"/>
                </a:solidFill>
                <a:latin typeface="Segoe UI"/>
                <a:ea typeface="Segoe UI"/>
                <a:cs typeface="Segoe UI"/>
              </a:defRPr>
            </a:lvl7pPr>
            <a:lvl8pPr>
              <a:defRPr sz="4050" b="1">
                <a:solidFill>
                  <a:srgbClr val="C5A274"/>
                </a:solidFill>
                <a:latin typeface="Segoe UI"/>
                <a:ea typeface="Segoe UI"/>
                <a:cs typeface="Segoe UI"/>
              </a:defRPr>
            </a:lvl8pPr>
            <a:lvl9pPr>
              <a:defRPr sz="4050" b="1">
                <a:solidFill>
                  <a:srgbClr val="C5A274"/>
                </a:solidFill>
                <a:latin typeface="Segoe UI"/>
                <a:ea typeface="Segoe UI"/>
                <a:cs typeface="Segoe UI"/>
              </a:defRPr>
            </a:lvl9pPr>
          </a:lstStyle>
          <a:p xmlns:a="http://schemas.openxmlformats.org/drawingml/2006/main">
            <a:pPr>
              <a:defRPr sz="4050" b="1">
                <a:solidFill>
                  <a:srgbClr val="C5A274"/>
                </a:solidFill>
                <a:latin typeface="Segoe UI"/>
                <a:ea typeface="Segoe UI"/>
                <a:cs typeface="Segoe UI"/>
              </a:defRPr>
            </a:pPr>
            <a:r>
              <a:rPr sz="4050" b="1">
                <a:solidFill>
                  <a:srgbClr val="C5A274"/>
                </a:solidFill>
                <a:latin typeface="Segoe UI"/>
                <a:ea typeface="Segoe UI"/>
                <a:cs typeface="Segoe UI"/>
              </a:rPr>
              <a:t>02</a:t>
            </a:r>
          </a:p>
        </p:txBody>
      </p:sp>
      <p:sp>
        <p:nvSpPr>
          <p:cNvPr id="19" name="">
            <a:extLst xmlns:a="http://schemas.openxmlformats.org/drawingml/2006/main">
              <a:ext uri="{FF2B5EF4-FFF2-40B4-BE49-F238E27FC236}">
                <a16:creationId xmlns:a16="http://schemas.microsoft.com/office/drawing/2014/main" id="{8C653359-BF29-4ACA-90B7-708BC5D49061}"/>
              </a:ext>
            </a:extLst>
          </p:cNvPr>
          <p:cNvSpPr>
            <a:spLocks xmlns:a="http://schemas.openxmlformats.org/drawingml/2006/main" noGrp="1"/>
          </p:cNvSpPr>
          <p:nvPr/>
        </p:nvSpPr>
        <p:spPr>
          <a:xfrm xmlns:a="http://schemas.openxmlformats.org/drawingml/2006/main">
            <a:off x="4391025"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defRPr sz="2325" b="1">
                <a:solidFill>
                  <a:srgbClr val="684A3A"/>
                </a:solidFill>
                <a:latin typeface="Segoe UI"/>
                <a:ea typeface="Segoe UI"/>
                <a:cs typeface="Segoe UI"/>
              </a:defRPr>
            </a:lvl1pPr>
            <a:lvl2pPr>
              <a:defRPr sz="2325" b="1">
                <a:solidFill>
                  <a:srgbClr val="684A3A"/>
                </a:solidFill>
                <a:latin typeface="Segoe UI"/>
                <a:ea typeface="Segoe UI"/>
                <a:cs typeface="Segoe UI"/>
              </a:defRPr>
            </a:lvl2pPr>
            <a:lvl3pPr>
              <a:defRPr sz="2325" b="1">
                <a:solidFill>
                  <a:srgbClr val="684A3A"/>
                </a:solidFill>
                <a:latin typeface="Segoe UI"/>
                <a:ea typeface="Segoe UI"/>
                <a:cs typeface="Segoe UI"/>
              </a:defRPr>
            </a:lvl3pPr>
            <a:lvl4pPr>
              <a:defRPr sz="2325" b="1">
                <a:solidFill>
                  <a:srgbClr val="684A3A"/>
                </a:solidFill>
                <a:latin typeface="Segoe UI"/>
                <a:ea typeface="Segoe UI"/>
                <a:cs typeface="Segoe UI"/>
              </a:defRPr>
            </a:lvl4pPr>
            <a:lvl5pPr>
              <a:defRPr sz="2325" b="1">
                <a:solidFill>
                  <a:srgbClr val="684A3A"/>
                </a:solidFill>
                <a:latin typeface="Segoe UI"/>
                <a:ea typeface="Segoe UI"/>
                <a:cs typeface="Segoe UI"/>
              </a:defRPr>
            </a:lvl5pPr>
            <a:lvl6pPr>
              <a:defRPr sz="2325" b="1">
                <a:solidFill>
                  <a:srgbClr val="684A3A"/>
                </a:solidFill>
                <a:latin typeface="Segoe UI"/>
                <a:ea typeface="Segoe UI"/>
                <a:cs typeface="Segoe UI"/>
              </a:defRPr>
            </a:lvl6pPr>
            <a:lvl7pPr>
              <a:defRPr sz="2325" b="1">
                <a:solidFill>
                  <a:srgbClr val="684A3A"/>
                </a:solidFill>
                <a:latin typeface="Segoe UI"/>
                <a:ea typeface="Segoe UI"/>
                <a:cs typeface="Segoe UI"/>
              </a:defRPr>
            </a:lvl7pPr>
            <a:lvl8pPr>
              <a:defRPr sz="2325" b="1">
                <a:solidFill>
                  <a:srgbClr val="684A3A"/>
                </a:solidFill>
                <a:latin typeface="Segoe UI"/>
                <a:ea typeface="Segoe UI"/>
                <a:cs typeface="Segoe UI"/>
              </a:defRPr>
            </a:lvl8pPr>
            <a:lvl9pPr>
              <a:defRPr sz="2325" b="1">
                <a:solidFill>
                  <a:srgbClr val="684A3A"/>
                </a:solidFill>
                <a:latin typeface="Segoe UI"/>
                <a:ea typeface="Segoe UI"/>
                <a:cs typeface="Segoe UI"/>
              </a:defRPr>
            </a:lvl9pPr>
          </a:lstStyle>
          <a:p xmlns:a="http://schemas.openxmlformats.org/drawingml/2006/main">
            <a:pPr>
              <a:defRPr sz="2325" b="1">
                <a:solidFill>
                  <a:srgbClr val="684A3A"/>
                </a:solidFill>
                <a:latin typeface="Segoe UI"/>
                <a:ea typeface="Segoe UI"/>
                <a:cs typeface="Segoe UI"/>
              </a:defRPr>
            </a:pPr>
            <a:r>
              <a:rPr sz="2325" b="1">
                <a:solidFill>
                  <a:srgbClr val="684A3A"/>
                </a:solidFill>
                <a:latin typeface="Segoe UI"/>
                <a:ea typeface="Segoe UI"/>
                <a:cs typeface="Segoe UI"/>
              </a:rPr>
              <a:t>Inspect the evidence</a:t>
            </a:r>
          </a:p>
        </p:txBody>
      </p:sp>
      <p:sp>
        <p:nvSpPr>
          <p:cNvPr id="20" name="">
            <a:extLst xmlns:a="http://schemas.openxmlformats.org/drawingml/2006/main">
              <a:ext uri="{FF2B5EF4-FFF2-40B4-BE49-F238E27FC236}">
                <a16:creationId xmlns:a16="http://schemas.microsoft.com/office/drawing/2014/main" id="{4AED9747-750F-48CF-9204-57216CF4FFE2}"/>
              </a:ext>
            </a:extLst>
          </p:cNvPr>
          <p:cNvSpPr>
            <a:spLocks xmlns:a="http://schemas.openxmlformats.org/drawingml/2006/main" noGrp="1"/>
          </p:cNvSpPr>
          <p:nvPr/>
        </p:nvSpPr>
        <p:spPr>
          <a:xfrm xmlns:a="http://schemas.openxmlformats.org/drawingml/2006/main">
            <a:off x="4391025"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Distinguish professional experience from interest, adjacent skills and missing information.</a:t>
            </a:r>
          </a:p>
        </p:txBody>
      </p:sp>
      <p:sp>
        <p:nvSpPr>
          <p:cNvPr id="21" name="">
            <a:extLst xmlns:a="http://schemas.openxmlformats.org/drawingml/2006/main">
              <a:ext uri="{FF2B5EF4-FFF2-40B4-BE49-F238E27FC236}">
                <a16:creationId xmlns:a16="http://schemas.microsoft.com/office/drawing/2014/main" id="{56AF45A9-2042-40EB-8776-482F3B78593A}"/>
              </a:ext>
            </a:extLst>
          </p:cNvPr>
          <p:cNvSpPr>
            <a:spLocks xmlns:a="http://schemas.openxmlformats.org/drawingml/2006/main" noGrp="1"/>
          </p:cNvSpPr>
          <p:nvPr/>
        </p:nvSpPr>
        <p:spPr>
          <a:xfrm xmlns:a="http://schemas.openxmlformats.org/drawingml/2006/main">
            <a:off x="8172450"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defRPr sz="4050" b="1">
                <a:solidFill>
                  <a:srgbClr val="C5A274"/>
                </a:solidFill>
                <a:latin typeface="Segoe UI"/>
                <a:ea typeface="Segoe UI"/>
                <a:cs typeface="Segoe UI"/>
              </a:defRPr>
            </a:lvl1pPr>
            <a:lvl2pPr>
              <a:defRPr sz="4050" b="1">
                <a:solidFill>
                  <a:srgbClr val="C5A274"/>
                </a:solidFill>
                <a:latin typeface="Segoe UI"/>
                <a:ea typeface="Segoe UI"/>
                <a:cs typeface="Segoe UI"/>
              </a:defRPr>
            </a:lvl2pPr>
            <a:lvl3pPr>
              <a:defRPr sz="4050" b="1">
                <a:solidFill>
                  <a:srgbClr val="C5A274"/>
                </a:solidFill>
                <a:latin typeface="Segoe UI"/>
                <a:ea typeface="Segoe UI"/>
                <a:cs typeface="Segoe UI"/>
              </a:defRPr>
            </a:lvl3pPr>
            <a:lvl4pPr>
              <a:defRPr sz="4050" b="1">
                <a:solidFill>
                  <a:srgbClr val="C5A274"/>
                </a:solidFill>
                <a:latin typeface="Segoe UI"/>
                <a:ea typeface="Segoe UI"/>
                <a:cs typeface="Segoe UI"/>
              </a:defRPr>
            </a:lvl4pPr>
            <a:lvl5pPr>
              <a:defRPr sz="4050" b="1">
                <a:solidFill>
                  <a:srgbClr val="C5A274"/>
                </a:solidFill>
                <a:latin typeface="Segoe UI"/>
                <a:ea typeface="Segoe UI"/>
                <a:cs typeface="Segoe UI"/>
              </a:defRPr>
            </a:lvl5pPr>
            <a:lvl6pPr>
              <a:defRPr sz="4050" b="1">
                <a:solidFill>
                  <a:srgbClr val="C5A274"/>
                </a:solidFill>
                <a:latin typeface="Segoe UI"/>
                <a:ea typeface="Segoe UI"/>
                <a:cs typeface="Segoe UI"/>
              </a:defRPr>
            </a:lvl6pPr>
            <a:lvl7pPr>
              <a:defRPr sz="4050" b="1">
                <a:solidFill>
                  <a:srgbClr val="C5A274"/>
                </a:solidFill>
                <a:latin typeface="Segoe UI"/>
                <a:ea typeface="Segoe UI"/>
                <a:cs typeface="Segoe UI"/>
              </a:defRPr>
            </a:lvl7pPr>
            <a:lvl8pPr>
              <a:defRPr sz="4050" b="1">
                <a:solidFill>
                  <a:srgbClr val="C5A274"/>
                </a:solidFill>
                <a:latin typeface="Segoe UI"/>
                <a:ea typeface="Segoe UI"/>
                <a:cs typeface="Segoe UI"/>
              </a:defRPr>
            </a:lvl8pPr>
            <a:lvl9pPr>
              <a:defRPr sz="4050" b="1">
                <a:solidFill>
                  <a:srgbClr val="C5A274"/>
                </a:solidFill>
                <a:latin typeface="Segoe UI"/>
                <a:ea typeface="Segoe UI"/>
                <a:cs typeface="Segoe UI"/>
              </a:defRPr>
            </a:lvl9pPr>
          </a:lstStyle>
          <a:p xmlns:a="http://schemas.openxmlformats.org/drawingml/2006/main">
            <a:pPr>
              <a:defRPr sz="4050" b="1">
                <a:solidFill>
                  <a:srgbClr val="C5A274"/>
                </a:solidFill>
                <a:latin typeface="Segoe UI"/>
                <a:ea typeface="Segoe UI"/>
                <a:cs typeface="Segoe UI"/>
              </a:defRPr>
            </a:pPr>
            <a:r>
              <a:rPr sz="4050" b="1">
                <a:solidFill>
                  <a:srgbClr val="C5A274"/>
                </a:solidFill>
                <a:latin typeface="Segoe UI"/>
                <a:ea typeface="Segoe UI"/>
                <a:cs typeface="Segoe UI"/>
              </a:rPr>
              <a:t>03</a:t>
            </a:r>
          </a:p>
        </p:txBody>
      </p:sp>
      <p:sp>
        <p:nvSpPr>
          <p:cNvPr id="22" name="">
            <a:extLst xmlns:a="http://schemas.openxmlformats.org/drawingml/2006/main">
              <a:ext uri="{FF2B5EF4-FFF2-40B4-BE49-F238E27FC236}">
                <a16:creationId xmlns:a16="http://schemas.microsoft.com/office/drawing/2014/main" id="{2D02D54E-DD95-490D-BE43-414DD58149C0}"/>
              </a:ext>
            </a:extLst>
          </p:cNvPr>
          <p:cNvSpPr>
            <a:spLocks xmlns:a="http://schemas.openxmlformats.org/drawingml/2006/main" noGrp="1"/>
          </p:cNvSpPr>
          <p:nvPr/>
        </p:nvSpPr>
        <p:spPr>
          <a:xfrm xmlns:a="http://schemas.openxmlformats.org/drawingml/2006/main">
            <a:off x="8172450"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defRPr sz="2325" b="1">
                <a:solidFill>
                  <a:srgbClr val="684A3A"/>
                </a:solidFill>
                <a:latin typeface="Segoe UI"/>
                <a:ea typeface="Segoe UI"/>
                <a:cs typeface="Segoe UI"/>
              </a:defRPr>
            </a:lvl1pPr>
            <a:lvl2pPr>
              <a:defRPr sz="2325" b="1">
                <a:solidFill>
                  <a:srgbClr val="684A3A"/>
                </a:solidFill>
                <a:latin typeface="Segoe UI"/>
                <a:ea typeface="Segoe UI"/>
                <a:cs typeface="Segoe UI"/>
              </a:defRPr>
            </a:lvl2pPr>
            <a:lvl3pPr>
              <a:defRPr sz="2325" b="1">
                <a:solidFill>
                  <a:srgbClr val="684A3A"/>
                </a:solidFill>
                <a:latin typeface="Segoe UI"/>
                <a:ea typeface="Segoe UI"/>
                <a:cs typeface="Segoe UI"/>
              </a:defRPr>
            </a:lvl3pPr>
            <a:lvl4pPr>
              <a:defRPr sz="2325" b="1">
                <a:solidFill>
                  <a:srgbClr val="684A3A"/>
                </a:solidFill>
                <a:latin typeface="Segoe UI"/>
                <a:ea typeface="Segoe UI"/>
                <a:cs typeface="Segoe UI"/>
              </a:defRPr>
            </a:lvl4pPr>
            <a:lvl5pPr>
              <a:defRPr sz="2325" b="1">
                <a:solidFill>
                  <a:srgbClr val="684A3A"/>
                </a:solidFill>
                <a:latin typeface="Segoe UI"/>
                <a:ea typeface="Segoe UI"/>
                <a:cs typeface="Segoe UI"/>
              </a:defRPr>
            </a:lvl5pPr>
            <a:lvl6pPr>
              <a:defRPr sz="2325" b="1">
                <a:solidFill>
                  <a:srgbClr val="684A3A"/>
                </a:solidFill>
                <a:latin typeface="Segoe UI"/>
                <a:ea typeface="Segoe UI"/>
                <a:cs typeface="Segoe UI"/>
              </a:defRPr>
            </a:lvl6pPr>
            <a:lvl7pPr>
              <a:defRPr sz="2325" b="1">
                <a:solidFill>
                  <a:srgbClr val="684A3A"/>
                </a:solidFill>
                <a:latin typeface="Segoe UI"/>
                <a:ea typeface="Segoe UI"/>
                <a:cs typeface="Segoe UI"/>
              </a:defRPr>
            </a:lvl7pPr>
            <a:lvl8pPr>
              <a:defRPr sz="2325" b="1">
                <a:solidFill>
                  <a:srgbClr val="684A3A"/>
                </a:solidFill>
                <a:latin typeface="Segoe UI"/>
                <a:ea typeface="Segoe UI"/>
                <a:cs typeface="Segoe UI"/>
              </a:defRPr>
            </a:lvl8pPr>
            <a:lvl9pPr>
              <a:defRPr sz="2325" b="1">
                <a:solidFill>
                  <a:srgbClr val="684A3A"/>
                </a:solidFill>
                <a:latin typeface="Segoe UI"/>
                <a:ea typeface="Segoe UI"/>
                <a:cs typeface="Segoe UI"/>
              </a:defRPr>
            </a:lvl9pPr>
          </a:lstStyle>
          <a:p xmlns:a="http://schemas.openxmlformats.org/drawingml/2006/main">
            <a:pPr>
              <a:defRPr sz="2325" b="1">
                <a:solidFill>
                  <a:srgbClr val="684A3A"/>
                </a:solidFill>
                <a:latin typeface="Segoe UI"/>
                <a:ea typeface="Segoe UI"/>
                <a:cs typeface="Segoe UI"/>
              </a:defRPr>
            </a:pPr>
            <a:r>
              <a:rPr sz="2325" b="1">
                <a:solidFill>
                  <a:srgbClr val="684A3A"/>
                </a:solidFill>
                <a:latin typeface="Segoe UI"/>
                <a:ea typeface="Segoe UI"/>
                <a:cs typeface="Segoe UI"/>
              </a:rPr>
              <a:t>Close the gap</a:t>
            </a:r>
          </a:p>
        </p:txBody>
      </p:sp>
      <p:sp>
        <p:nvSpPr>
          <p:cNvPr id="23" name="">
            <a:extLst xmlns:a="http://schemas.openxmlformats.org/drawingml/2006/main">
              <a:ext uri="{FF2B5EF4-FFF2-40B4-BE49-F238E27FC236}">
                <a16:creationId xmlns:a16="http://schemas.microsoft.com/office/drawing/2014/main" id="{4D56D5B8-766C-42B1-94A1-B61821341057}"/>
              </a:ext>
            </a:extLst>
          </p:cNvPr>
          <p:cNvSpPr>
            <a:spLocks xmlns:a="http://schemas.openxmlformats.org/drawingml/2006/main" noGrp="1"/>
          </p:cNvSpPr>
          <p:nvPr/>
        </p:nvSpPr>
        <p:spPr>
          <a:xfrm xmlns:a="http://schemas.openxmlformats.org/drawingml/2006/main">
            <a:off x="8172450"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Ask a focused question, record its source and see what changes in the next review.</a:t>
            </a:r>
          </a:p>
        </p:txBody>
      </p:sp>
    </p:spTree>
    <p:extLst>
      <p:ext uri="{BB962C8B-B14F-4D97-AF65-F5344CB8AC3E}">
        <p14:creationId xmlns:p14="http://schemas.microsoft.com/office/powerpoint/2010/main" val="1581090239"/>
      </p:ext>
    </p:extLst>
  </p:cSld>
</p:sld>
</file>

<file path=ppt/slides/slide3.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FB82EC-FE6D-45C1-824A-89BEFDE7569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Every requirement, every candidate, one view</a:t>
            </a:r>
          </a:p>
        </p:txBody>
      </p:sp>
      <p:sp>
        <p:nvSpPr>
          <p:cNvPr id="2" name="">
            <a:extLst xmlns:a="http://schemas.openxmlformats.org/drawingml/2006/main">
              <a:ext uri="{FF2B5EF4-FFF2-40B4-BE49-F238E27FC236}">
                <a16:creationId xmlns:a16="http://schemas.microsoft.com/office/drawing/2014/main" id="{B3C5C2E1-AAFB-49B2-804F-D1CFE88D8904}"/>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C998C67-00D3-4B9B-A520-68A67976916E}"/>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3D54261E-EF12-4330-8D94-3BDA0E14AA49}"/>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03</a:t>
            </a:r>
          </a:p>
        </p:txBody>
      </p:sp>
      <p:pic>
        <p:nvPicPr>
          <p:cNvPr id="8" name="">
            <a:extLst xmlns:a="http://schemas.openxmlformats.org/drawingml/2006/main">
              <a:ext uri="{FF2B5EF4-FFF2-40B4-BE49-F238E27FC236}">
                <a16:creationId xmlns:a16="http://schemas.microsoft.com/office/drawing/2014/main" id="{317B0AB2-0565-4DE9-B1FB-2BBBF74C92CF}"/>
              </a:ext>
            </a:extLst>
          </p:cNvPr>
          <p:cNvPicPr>
            <a:picLocks xmlns:a="http://schemas.openxmlformats.org/drawingml/2006/main" noChangeAspect="1"/>
          </p:cNvPicPr>
          <p:nvPr/>
        </p:nvPicPr>
        <p:blipFill>
          <a:blip xmlns:r="http://schemas.openxmlformats.org/officeDocument/2006/relationships" xmlns:a="http://schemas.openxmlformats.org/drawingml/2006/main" r:embed="R075e4a7646cd457a"/>
          <a:stretch xmlns:a="http://schemas.openxmlformats.org/drawingml/2006/main"/>
        </p:blipFill>
        <p:spPr>
          <a:xfrm xmlns:a="http://schemas.openxmlformats.org/drawingml/2006/main">
            <a:off x="2499878" y="1714500"/>
            <a:ext cx="7192245" cy="404812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FA725E1-BFA3-44F6-8DE0-91F9965803DB}"/>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684A3A"/>
                </a:solidFill>
                <a:latin typeface="Segoe UI"/>
                <a:ea typeface="Segoe UI"/>
                <a:cs typeface="Segoe UI"/>
              </a:defRPr>
            </a:defPPr>
            <a:lvl1pPr>
              <a:defRPr sz="1800" b="0">
                <a:solidFill>
                  <a:srgbClr val="684A3A"/>
                </a:solidFill>
                <a:latin typeface="Segoe UI"/>
                <a:ea typeface="Segoe UI"/>
                <a:cs typeface="Segoe UI"/>
              </a:defRPr>
            </a:lvl1pPr>
            <a:lvl2pPr>
              <a:defRPr sz="1800" b="0">
                <a:solidFill>
                  <a:srgbClr val="684A3A"/>
                </a:solidFill>
                <a:latin typeface="Segoe UI"/>
                <a:ea typeface="Segoe UI"/>
                <a:cs typeface="Segoe UI"/>
              </a:defRPr>
            </a:lvl2pPr>
            <a:lvl3pPr>
              <a:defRPr sz="1800" b="0">
                <a:solidFill>
                  <a:srgbClr val="684A3A"/>
                </a:solidFill>
                <a:latin typeface="Segoe UI"/>
                <a:ea typeface="Segoe UI"/>
                <a:cs typeface="Segoe UI"/>
              </a:defRPr>
            </a:lvl3pPr>
            <a:lvl4pPr>
              <a:defRPr sz="1800" b="0">
                <a:solidFill>
                  <a:srgbClr val="684A3A"/>
                </a:solidFill>
                <a:latin typeface="Segoe UI"/>
                <a:ea typeface="Segoe UI"/>
                <a:cs typeface="Segoe UI"/>
              </a:defRPr>
            </a:lvl4pPr>
            <a:lvl5pPr>
              <a:defRPr sz="1800" b="0">
                <a:solidFill>
                  <a:srgbClr val="684A3A"/>
                </a:solidFill>
                <a:latin typeface="Segoe UI"/>
                <a:ea typeface="Segoe UI"/>
                <a:cs typeface="Segoe UI"/>
              </a:defRPr>
            </a:lvl5pPr>
            <a:lvl6pPr>
              <a:defRPr sz="1800" b="0">
                <a:solidFill>
                  <a:srgbClr val="684A3A"/>
                </a:solidFill>
                <a:latin typeface="Segoe UI"/>
                <a:ea typeface="Segoe UI"/>
                <a:cs typeface="Segoe UI"/>
              </a:defRPr>
            </a:lvl6pPr>
            <a:lvl7pPr>
              <a:defRPr sz="1800" b="0">
                <a:solidFill>
                  <a:srgbClr val="684A3A"/>
                </a:solidFill>
                <a:latin typeface="Segoe UI"/>
                <a:ea typeface="Segoe UI"/>
                <a:cs typeface="Segoe UI"/>
              </a:defRPr>
            </a:lvl7pPr>
            <a:lvl8pPr>
              <a:defRPr sz="1800" b="0">
                <a:solidFill>
                  <a:srgbClr val="684A3A"/>
                </a:solidFill>
                <a:latin typeface="Segoe UI"/>
                <a:ea typeface="Segoe UI"/>
                <a:cs typeface="Segoe UI"/>
              </a:defRPr>
            </a:lvl8pPr>
            <a:lvl9pPr>
              <a:defRPr sz="1800" b="0">
                <a:solidFill>
                  <a:srgbClr val="684A3A"/>
                </a:solidFill>
                <a:latin typeface="Segoe UI"/>
                <a:ea typeface="Segoe UI"/>
                <a:cs typeface="Segoe UI"/>
              </a:defRPr>
            </a:lvl9pPr>
          </a:lstStyle>
          <a:p xmlns:a="http://schemas.openxmlformats.org/drawingml/2006/main">
            <a:pPr>
              <a:defRPr sz="1800" b="0">
                <a:solidFill>
                  <a:srgbClr val="684A3A"/>
                </a:solidFill>
                <a:latin typeface="Segoe UI"/>
                <a:ea typeface="Segoe UI"/>
                <a:cs typeface="Segoe UI"/>
              </a:defRPr>
            </a:pPr>
            <a:r>
              <a:rPr sz="1800" b="0">
                <a:solidFill>
                  <a:srgbClr val="684A3A"/>
                </a:solidFill>
                <a:latin typeface="Segoe UI"/>
                <a:ea typeface="Segoe UI"/>
                <a:cs typeface="Segoe UI"/>
              </a:rPr>
              <a:t>Open a cell to see its source, uncertainty and next question.</a:t>
            </a:r>
          </a:p>
        </p:txBody>
      </p:sp>
    </p:spTree>
    <p:extLst>
      <p:ext uri="{BB962C8B-B14F-4D97-AF65-F5344CB8AC3E}">
        <p14:creationId xmlns:p14="http://schemas.microsoft.com/office/powerpoint/2010/main" val="1681118129"/>
      </p:ext>
    </p:extLst>
  </p:cSld>
</p:sld>
</file>

<file path=ppt/slides/slide4.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cxnSp>
        <p:nvCxnSpPr>
          <p:cNvPr id="43" name="">
            <a:extLst xmlns:a="http://schemas.openxmlformats.org/drawingml/2006/main">
              <a:ext uri="{FF2B5EF4-FFF2-40B4-BE49-F238E27FC236}">
                <a16:creationId xmlns:a16="http://schemas.microsoft.com/office/drawing/2014/main" id="{5A8A651E-CEE4-4347-BA43-59F895274681}"/>
              </a:ext>
            </a:extLst>
          </p:cNvPr>
          <p:cNvCxnSpPr>
            <a:stCxn xmlns:a="http://schemas.openxmlformats.org/drawingml/2006/main" id="40" idx="0"/>
            <a:endCxn xmlns:a="http://schemas.openxmlformats.org/drawingml/2006/main" id="30" idx="2"/>
          </p:cNvCxnSpPr>
          <p:nvPr/>
        </p:nvCxnSpPr>
        <p:spPr>
          <a:xfrm xmlns:a="http://schemas.openxmlformats.org/drawingml/2006/main" flipV="1">
            <a:off x="7215188" y="3857625"/>
            <a:ext cx="1119188" cy="714375"/>
          </a:xfrm>
          <a:prstGeom xmlns:a="http://schemas.openxmlformats.org/drawingml/2006/main" prst="straightConnector1">
            <a:avLst/>
          </a:prstGeom>
          <a:ln xmlns:a="http://schemas.openxmlformats.org/drawingml/2006/main" w="19050">
            <a:solidFill>
              <a:srgbClr val="C5A274"/>
            </a:solidFill>
            <a:tailEnd type="arrow" w="med" len="med"/>
          </a:ln>
        </p:spPr>
      </p:cxnSp>
      <p:cxnSp>
        <p:nvCxnSpPr>
          <p:cNvPr id="42" name="">
            <a:extLst xmlns:a="http://schemas.openxmlformats.org/drawingml/2006/main">
              <a:ext uri="{FF2B5EF4-FFF2-40B4-BE49-F238E27FC236}">
                <a16:creationId xmlns:a16="http://schemas.microsoft.com/office/drawing/2014/main" id="{431B79BB-9312-4588-90E3-C4F20EEF19C3}"/>
              </a:ext>
            </a:extLst>
          </p:cNvPr>
          <p:cNvCxnSpPr>
            <a:stCxn xmlns:a="http://schemas.openxmlformats.org/drawingml/2006/main" id="33" idx="2"/>
            <a:endCxn xmlns:a="http://schemas.openxmlformats.org/drawingml/2006/main" id="40" idx="3"/>
          </p:cNvCxnSpPr>
          <p:nvPr/>
        </p:nvCxnSpPr>
        <p:spPr>
          <a:xfrm xmlns:a="http://schemas.openxmlformats.org/drawingml/2006/main" flipH="1">
            <a:off x="9344025" y="3857625"/>
            <a:ext cx="1228725" cy="1104900"/>
          </a:xfrm>
          <a:prstGeom xmlns:a="http://schemas.openxmlformats.org/drawingml/2006/main" prst="bentConnector5">
            <a:avLst>
              <a:gd name="adj1" fmla="val 0"/>
              <a:gd name="adj2" fmla="val 20690"/>
              <a:gd name="adj3" fmla="val 81395"/>
            </a:avLst>
          </a:prstGeom>
          <a:ln xmlns:a="http://schemas.openxmlformats.org/drawingml/2006/main" w="19050">
            <a:solidFill>
              <a:srgbClr val="C5A274"/>
            </a:solidFill>
            <a:tailEnd type="arrow" w="med" len="med"/>
          </a:ln>
        </p:spPr>
      </p:cxnSp>
      <p:cxnSp>
        <p:nvCxnSpPr>
          <p:cNvPr id="39" name="">
            <a:extLst xmlns:a="http://schemas.openxmlformats.org/drawingml/2006/main">
              <a:ext uri="{FF2B5EF4-FFF2-40B4-BE49-F238E27FC236}">
                <a16:creationId xmlns:a16="http://schemas.microsoft.com/office/drawing/2014/main" id="{3F73E589-C8D2-4FBD-A217-83B0752BB42E}"/>
              </a:ext>
            </a:extLst>
          </p:cNvPr>
          <p:cNvCxnSpPr>
            <a:stCxn xmlns:a="http://schemas.openxmlformats.org/drawingml/2006/main" id="30" idx="3"/>
            <a:endCxn xmlns:a="http://schemas.openxmlformats.org/drawingml/2006/main" id="33" idx="1"/>
          </p:cNvCxnSpPr>
          <p:nvPr/>
        </p:nvCxnSpPr>
        <p:spPr>
          <a:xfrm xmlns:a="http://schemas.openxmlformats.org/drawingml/2006/main">
            <a:off x="9344025"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8" name="">
            <a:extLst xmlns:a="http://schemas.openxmlformats.org/drawingml/2006/main">
              <a:ext uri="{FF2B5EF4-FFF2-40B4-BE49-F238E27FC236}">
                <a16:creationId xmlns:a16="http://schemas.microsoft.com/office/drawing/2014/main" id="{357AEA88-B9F9-4DB3-9F7C-489C3813144B}"/>
              </a:ext>
            </a:extLst>
          </p:cNvPr>
          <p:cNvCxnSpPr>
            <a:stCxn xmlns:a="http://schemas.openxmlformats.org/drawingml/2006/main" id="27" idx="3"/>
            <a:endCxn xmlns:a="http://schemas.openxmlformats.org/drawingml/2006/main" id="30" idx="1"/>
          </p:cNvCxnSpPr>
          <p:nvPr/>
        </p:nvCxnSpPr>
        <p:spPr>
          <a:xfrm xmlns:a="http://schemas.openxmlformats.org/drawingml/2006/main">
            <a:off x="7105650"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7" name="">
            <a:extLst xmlns:a="http://schemas.openxmlformats.org/drawingml/2006/main">
              <a:ext uri="{FF2B5EF4-FFF2-40B4-BE49-F238E27FC236}">
                <a16:creationId xmlns:a16="http://schemas.microsoft.com/office/drawing/2014/main" id="{2B467B5E-511B-422F-811E-2B6BABB01296}"/>
              </a:ext>
            </a:extLst>
          </p:cNvPr>
          <p:cNvCxnSpPr>
            <a:stCxn xmlns:a="http://schemas.openxmlformats.org/drawingml/2006/main" id="24" idx="3"/>
            <a:endCxn xmlns:a="http://schemas.openxmlformats.org/drawingml/2006/main" id="27" idx="1"/>
          </p:cNvCxnSpPr>
          <p:nvPr/>
        </p:nvCxnSpPr>
        <p:spPr>
          <a:xfrm xmlns:a="http://schemas.openxmlformats.org/drawingml/2006/main">
            <a:off x="4867275"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6" name="">
            <a:extLst xmlns:a="http://schemas.openxmlformats.org/drawingml/2006/main">
              <a:ext uri="{FF2B5EF4-FFF2-40B4-BE49-F238E27FC236}">
                <a16:creationId xmlns:a16="http://schemas.microsoft.com/office/drawing/2014/main" id="{859949CD-6B1E-4102-BD34-FA7DFA998117}"/>
              </a:ext>
            </a:extLst>
          </p:cNvPr>
          <p:cNvCxnSpPr>
            <a:stCxn xmlns:a="http://schemas.openxmlformats.org/drawingml/2006/main" id="21" idx="3"/>
            <a:endCxn xmlns:a="http://schemas.openxmlformats.org/drawingml/2006/main" id="24" idx="1"/>
          </p:cNvCxnSpPr>
          <p:nvPr/>
        </p:nvCxnSpPr>
        <p:spPr>
          <a:xfrm xmlns:a="http://schemas.openxmlformats.org/drawingml/2006/main">
            <a:off x="2628900"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sp>
        <p:nvSpPr>
          <p:cNvPr id="20" name="">
            <a:extLst xmlns:a="http://schemas.openxmlformats.org/drawingml/2006/main">
              <a:ext uri="{FF2B5EF4-FFF2-40B4-BE49-F238E27FC236}">
                <a16:creationId xmlns:a16="http://schemas.microsoft.com/office/drawing/2014/main" id="{4AC90336-9905-4061-A5EB-27EB84725A9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The agent turns a gap into a reviewable update</a:t>
            </a:r>
          </a:p>
        </p:txBody>
      </p:sp>
      <p:sp>
        <p:nvSpPr>
          <p:cNvPr id="2" name="">
            <a:extLst xmlns:a="http://schemas.openxmlformats.org/drawingml/2006/main">
              <a:ext uri="{FF2B5EF4-FFF2-40B4-BE49-F238E27FC236}">
                <a16:creationId xmlns:a16="http://schemas.microsoft.com/office/drawing/2014/main" id="{EC5A8298-A525-4306-8BAE-0AE8994AD22F}"/>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C05C8BF-FFEA-4AD8-AB58-11A847DBCE8A}"/>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1E4A8444-CEC6-48C6-9DB6-B49FF93C1A0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04</a:t>
            </a:r>
          </a:p>
        </p:txBody>
      </p:sp>
      <p:sp>
        <p:nvSpPr>
          <p:cNvPr id="21" name="">
            <a:extLst xmlns:a="http://schemas.openxmlformats.org/drawingml/2006/main">
              <a:ext uri="{FF2B5EF4-FFF2-40B4-BE49-F238E27FC236}">
                <a16:creationId xmlns:a16="http://schemas.microsoft.com/office/drawing/2014/main" id="{750718D6-8A66-404D-AF03-2297DCC48810}"/>
              </a:ext>
            </a:extLst>
          </p:cNvPr>
          <p:cNvSpPr>
            <a:spLocks xmlns:a="http://schemas.openxmlformats.org/drawingml/2006/main" noGrp="1"/>
          </p:cNvSpPr>
          <p:nvPr/>
        </p:nvSpPr>
        <p:spPr>
          <a:xfrm xmlns:a="http://schemas.openxmlformats.org/drawingml/2006/main">
            <a:off x="60960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8FA08A4-3A44-40D5-9A0E-D25A4F286301}"/>
              </a:ext>
            </a:extLst>
          </p:cNvPr>
          <p:cNvSpPr>
            <a:spLocks xmlns:a="http://schemas.openxmlformats.org/drawingml/2006/main" noGrp="1"/>
          </p:cNvSpPr>
          <p:nvPr/>
        </p:nvSpPr>
        <p:spPr>
          <a:xfrm xmlns:a="http://schemas.openxmlformats.org/drawingml/2006/main">
            <a:off x="74295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defRPr sz="2025" b="1">
                <a:solidFill>
                  <a:srgbClr val="684A3A"/>
                </a:solidFill>
                <a:latin typeface="Segoe UI"/>
                <a:ea typeface="Segoe UI"/>
                <a:cs typeface="Segoe UI"/>
              </a:defRPr>
            </a:lvl1pPr>
            <a:lvl2pPr>
              <a:defRPr sz="2025" b="1">
                <a:solidFill>
                  <a:srgbClr val="684A3A"/>
                </a:solidFill>
                <a:latin typeface="Segoe UI"/>
                <a:ea typeface="Segoe UI"/>
                <a:cs typeface="Segoe UI"/>
              </a:defRPr>
            </a:lvl2pPr>
            <a:lvl3pPr>
              <a:defRPr sz="2025" b="1">
                <a:solidFill>
                  <a:srgbClr val="684A3A"/>
                </a:solidFill>
                <a:latin typeface="Segoe UI"/>
                <a:ea typeface="Segoe UI"/>
                <a:cs typeface="Segoe UI"/>
              </a:defRPr>
            </a:lvl3pPr>
            <a:lvl4pPr>
              <a:defRPr sz="2025" b="1">
                <a:solidFill>
                  <a:srgbClr val="684A3A"/>
                </a:solidFill>
                <a:latin typeface="Segoe UI"/>
                <a:ea typeface="Segoe UI"/>
                <a:cs typeface="Segoe UI"/>
              </a:defRPr>
            </a:lvl4pPr>
            <a:lvl5pPr>
              <a:defRPr sz="2025" b="1">
                <a:solidFill>
                  <a:srgbClr val="684A3A"/>
                </a:solidFill>
                <a:latin typeface="Segoe UI"/>
                <a:ea typeface="Segoe UI"/>
                <a:cs typeface="Segoe UI"/>
              </a:defRPr>
            </a:lvl5pPr>
            <a:lvl6pPr>
              <a:defRPr sz="2025" b="1">
                <a:solidFill>
                  <a:srgbClr val="684A3A"/>
                </a:solidFill>
                <a:latin typeface="Segoe UI"/>
                <a:ea typeface="Segoe UI"/>
                <a:cs typeface="Segoe UI"/>
              </a:defRPr>
            </a:lvl6pPr>
            <a:lvl7pPr>
              <a:defRPr sz="2025" b="1">
                <a:solidFill>
                  <a:srgbClr val="684A3A"/>
                </a:solidFill>
                <a:latin typeface="Segoe UI"/>
                <a:ea typeface="Segoe UI"/>
                <a:cs typeface="Segoe UI"/>
              </a:defRPr>
            </a:lvl7pPr>
            <a:lvl8pPr>
              <a:defRPr sz="2025" b="1">
                <a:solidFill>
                  <a:srgbClr val="684A3A"/>
                </a:solidFill>
                <a:latin typeface="Segoe UI"/>
                <a:ea typeface="Segoe UI"/>
                <a:cs typeface="Segoe UI"/>
              </a:defRPr>
            </a:lvl8pPr>
            <a:lvl9pPr>
              <a:defRPr sz="2025" b="1">
                <a:solidFill>
                  <a:srgbClr val="684A3A"/>
                </a:solidFill>
                <a:latin typeface="Segoe UI"/>
                <a:ea typeface="Segoe UI"/>
                <a:cs typeface="Segoe UI"/>
              </a:defRPr>
            </a:lvl9pPr>
          </a:lstStyle>
          <a:p xmlns:a="http://schemas.openxmlformats.org/drawingml/2006/main">
            <a:pPr>
              <a:defRPr sz="2025" b="1">
                <a:solidFill>
                  <a:srgbClr val="684A3A"/>
                </a:solidFill>
                <a:latin typeface="Segoe UI"/>
                <a:ea typeface="Segoe UI"/>
                <a:cs typeface="Segoe UI"/>
              </a:defRPr>
            </a:pPr>
            <a:r>
              <a:rPr sz="2025" b="1">
                <a:solidFill>
                  <a:srgbClr val="684A3A"/>
                </a:solidFill>
                <a:latin typeface="Segoe UI"/>
                <a:ea typeface="Segoe UI"/>
                <a:cs typeface="Segoe UI"/>
              </a:rPr>
              <a:t>Zetaris</a:t>
            </a:r>
          </a:p>
        </p:txBody>
      </p:sp>
      <p:sp>
        <p:nvSpPr>
          <p:cNvPr id="23" name="">
            <a:extLst xmlns:a="http://schemas.openxmlformats.org/drawingml/2006/main">
              <a:ext uri="{FF2B5EF4-FFF2-40B4-BE49-F238E27FC236}">
                <a16:creationId xmlns:a16="http://schemas.microsoft.com/office/drawing/2014/main" id="{BFCBD637-83FD-4435-A206-A3F18F9B27B2}"/>
              </a:ext>
            </a:extLst>
          </p:cNvPr>
          <p:cNvSpPr>
            <a:spLocks xmlns:a="http://schemas.openxmlformats.org/drawingml/2006/main" noGrp="1"/>
          </p:cNvSpPr>
          <p:nvPr/>
        </p:nvSpPr>
        <p:spPr>
          <a:xfrm xmlns:a="http://schemas.openxmlformats.org/drawingml/2006/main">
            <a:off x="74295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defRPr sz="1725" b="0">
                <a:solidFill>
                  <a:srgbClr val="473229"/>
                </a:solidFill>
                <a:latin typeface="Segoe UI"/>
                <a:ea typeface="Segoe UI"/>
                <a:cs typeface="Segoe UI"/>
              </a:defRPr>
            </a:lvl1pPr>
            <a:lvl2pPr>
              <a:defRPr sz="1725" b="0">
                <a:solidFill>
                  <a:srgbClr val="473229"/>
                </a:solidFill>
                <a:latin typeface="Segoe UI"/>
                <a:ea typeface="Segoe UI"/>
                <a:cs typeface="Segoe UI"/>
              </a:defRPr>
            </a:lvl2pPr>
            <a:lvl3pPr>
              <a:defRPr sz="1725" b="0">
                <a:solidFill>
                  <a:srgbClr val="473229"/>
                </a:solidFill>
                <a:latin typeface="Segoe UI"/>
                <a:ea typeface="Segoe UI"/>
                <a:cs typeface="Segoe UI"/>
              </a:defRPr>
            </a:lvl3pPr>
            <a:lvl4pPr>
              <a:defRPr sz="1725" b="0">
                <a:solidFill>
                  <a:srgbClr val="473229"/>
                </a:solidFill>
                <a:latin typeface="Segoe UI"/>
                <a:ea typeface="Segoe UI"/>
                <a:cs typeface="Segoe UI"/>
              </a:defRPr>
            </a:lvl4pPr>
            <a:lvl5pPr>
              <a:defRPr sz="1725" b="0">
                <a:solidFill>
                  <a:srgbClr val="473229"/>
                </a:solidFill>
                <a:latin typeface="Segoe UI"/>
                <a:ea typeface="Segoe UI"/>
                <a:cs typeface="Segoe UI"/>
              </a:defRPr>
            </a:lvl5pPr>
            <a:lvl6pPr>
              <a:defRPr sz="1725" b="0">
                <a:solidFill>
                  <a:srgbClr val="473229"/>
                </a:solidFill>
                <a:latin typeface="Segoe UI"/>
                <a:ea typeface="Segoe UI"/>
                <a:cs typeface="Segoe UI"/>
              </a:defRPr>
            </a:lvl6pPr>
            <a:lvl7pPr>
              <a:defRPr sz="1725" b="0">
                <a:solidFill>
                  <a:srgbClr val="473229"/>
                </a:solidFill>
                <a:latin typeface="Segoe UI"/>
                <a:ea typeface="Segoe UI"/>
                <a:cs typeface="Segoe UI"/>
              </a:defRPr>
            </a:lvl7pPr>
            <a:lvl8pPr>
              <a:defRPr sz="1725" b="0">
                <a:solidFill>
                  <a:srgbClr val="473229"/>
                </a:solidFill>
                <a:latin typeface="Segoe UI"/>
                <a:ea typeface="Segoe UI"/>
                <a:cs typeface="Segoe UI"/>
              </a:defRPr>
            </a:lvl8pPr>
            <a:lvl9pPr>
              <a:defRPr sz="1725" b="0">
                <a:solidFill>
                  <a:srgbClr val="473229"/>
                </a:solidFill>
                <a:latin typeface="Segoe UI"/>
                <a:ea typeface="Segoe UI"/>
                <a:cs typeface="Segoe UI"/>
              </a:defRPr>
            </a:lvl9pPr>
          </a:lstStyle>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Read-only</a:t>
            </a:r>
          </a:p>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candidate view</a:t>
            </a:r>
          </a:p>
        </p:txBody>
      </p:sp>
      <p:sp>
        <p:nvSpPr>
          <p:cNvPr id="24" name="">
            <a:extLst xmlns:a="http://schemas.openxmlformats.org/drawingml/2006/main">
              <a:ext uri="{FF2B5EF4-FFF2-40B4-BE49-F238E27FC236}">
                <a16:creationId xmlns:a16="http://schemas.microsoft.com/office/drawing/2014/main" id="{9A30193C-6A1B-4A0B-8C63-8766BBF52A6F}"/>
              </a:ext>
            </a:extLst>
          </p:cNvPr>
          <p:cNvSpPr>
            <a:spLocks xmlns:a="http://schemas.openxmlformats.org/drawingml/2006/main" noGrp="1"/>
          </p:cNvSpPr>
          <p:nvPr/>
        </p:nvSpPr>
        <p:spPr>
          <a:xfrm xmlns:a="http://schemas.openxmlformats.org/drawingml/2006/main">
            <a:off x="2847975"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71FC5BA-268E-43B7-95D6-57E13191BDB7}"/>
              </a:ext>
            </a:extLst>
          </p:cNvPr>
          <p:cNvSpPr>
            <a:spLocks xmlns:a="http://schemas.openxmlformats.org/drawingml/2006/main" noGrp="1"/>
          </p:cNvSpPr>
          <p:nvPr/>
        </p:nvSpPr>
        <p:spPr>
          <a:xfrm xmlns:a="http://schemas.openxmlformats.org/drawingml/2006/main">
            <a:off x="2981325"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defRPr sz="2025" b="1">
                <a:solidFill>
                  <a:srgbClr val="684A3A"/>
                </a:solidFill>
                <a:latin typeface="Segoe UI"/>
                <a:ea typeface="Segoe UI"/>
                <a:cs typeface="Segoe UI"/>
              </a:defRPr>
            </a:lvl1pPr>
            <a:lvl2pPr>
              <a:defRPr sz="2025" b="1">
                <a:solidFill>
                  <a:srgbClr val="684A3A"/>
                </a:solidFill>
                <a:latin typeface="Segoe UI"/>
                <a:ea typeface="Segoe UI"/>
                <a:cs typeface="Segoe UI"/>
              </a:defRPr>
            </a:lvl2pPr>
            <a:lvl3pPr>
              <a:defRPr sz="2025" b="1">
                <a:solidFill>
                  <a:srgbClr val="684A3A"/>
                </a:solidFill>
                <a:latin typeface="Segoe UI"/>
                <a:ea typeface="Segoe UI"/>
                <a:cs typeface="Segoe UI"/>
              </a:defRPr>
            </a:lvl3pPr>
            <a:lvl4pPr>
              <a:defRPr sz="2025" b="1">
                <a:solidFill>
                  <a:srgbClr val="684A3A"/>
                </a:solidFill>
                <a:latin typeface="Segoe UI"/>
                <a:ea typeface="Segoe UI"/>
                <a:cs typeface="Segoe UI"/>
              </a:defRPr>
            </a:lvl4pPr>
            <a:lvl5pPr>
              <a:defRPr sz="2025" b="1">
                <a:solidFill>
                  <a:srgbClr val="684A3A"/>
                </a:solidFill>
                <a:latin typeface="Segoe UI"/>
                <a:ea typeface="Segoe UI"/>
                <a:cs typeface="Segoe UI"/>
              </a:defRPr>
            </a:lvl5pPr>
            <a:lvl6pPr>
              <a:defRPr sz="2025" b="1">
                <a:solidFill>
                  <a:srgbClr val="684A3A"/>
                </a:solidFill>
                <a:latin typeface="Segoe UI"/>
                <a:ea typeface="Segoe UI"/>
                <a:cs typeface="Segoe UI"/>
              </a:defRPr>
            </a:lvl6pPr>
            <a:lvl7pPr>
              <a:defRPr sz="2025" b="1">
                <a:solidFill>
                  <a:srgbClr val="684A3A"/>
                </a:solidFill>
                <a:latin typeface="Segoe UI"/>
                <a:ea typeface="Segoe UI"/>
                <a:cs typeface="Segoe UI"/>
              </a:defRPr>
            </a:lvl7pPr>
            <a:lvl8pPr>
              <a:defRPr sz="2025" b="1">
                <a:solidFill>
                  <a:srgbClr val="684A3A"/>
                </a:solidFill>
                <a:latin typeface="Segoe UI"/>
                <a:ea typeface="Segoe UI"/>
                <a:cs typeface="Segoe UI"/>
              </a:defRPr>
            </a:lvl8pPr>
            <a:lvl9pPr>
              <a:defRPr sz="2025" b="1">
                <a:solidFill>
                  <a:srgbClr val="684A3A"/>
                </a:solidFill>
                <a:latin typeface="Segoe UI"/>
                <a:ea typeface="Segoe UI"/>
                <a:cs typeface="Segoe UI"/>
              </a:defRPr>
            </a:lvl9pPr>
          </a:lstStyle>
          <a:p xmlns:a="http://schemas.openxmlformats.org/drawingml/2006/main">
            <a:pPr>
              <a:defRPr sz="2025" b="1">
                <a:solidFill>
                  <a:srgbClr val="684A3A"/>
                </a:solidFill>
                <a:latin typeface="Segoe UI"/>
                <a:ea typeface="Segoe UI"/>
                <a:cs typeface="Segoe UI"/>
              </a:defRPr>
            </a:pPr>
            <a:r>
              <a:rPr sz="2025" b="1">
                <a:solidFill>
                  <a:srgbClr val="684A3A"/>
                </a:solidFill>
                <a:latin typeface="Segoe UI"/>
                <a:ea typeface="Segoe UI"/>
                <a:cs typeface="Segoe UI"/>
              </a:rPr>
              <a:t>Nemotron</a:t>
            </a:r>
          </a:p>
        </p:txBody>
      </p:sp>
      <p:sp>
        <p:nvSpPr>
          <p:cNvPr id="26" name="">
            <a:extLst xmlns:a="http://schemas.openxmlformats.org/drawingml/2006/main">
              <a:ext uri="{FF2B5EF4-FFF2-40B4-BE49-F238E27FC236}">
                <a16:creationId xmlns:a16="http://schemas.microsoft.com/office/drawing/2014/main" id="{4BEC18BD-F79F-45B6-AFA8-056C512C2D4A}"/>
              </a:ext>
            </a:extLst>
          </p:cNvPr>
          <p:cNvSpPr>
            <a:spLocks xmlns:a="http://schemas.openxmlformats.org/drawingml/2006/main" noGrp="1"/>
          </p:cNvSpPr>
          <p:nvPr/>
        </p:nvSpPr>
        <p:spPr>
          <a:xfrm xmlns:a="http://schemas.openxmlformats.org/drawingml/2006/main">
            <a:off x="2981325"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defRPr sz="1725" b="0">
                <a:solidFill>
                  <a:srgbClr val="473229"/>
                </a:solidFill>
                <a:latin typeface="Segoe UI"/>
                <a:ea typeface="Segoe UI"/>
                <a:cs typeface="Segoe UI"/>
              </a:defRPr>
            </a:lvl1pPr>
            <a:lvl2pPr>
              <a:defRPr sz="1725" b="0">
                <a:solidFill>
                  <a:srgbClr val="473229"/>
                </a:solidFill>
                <a:latin typeface="Segoe UI"/>
                <a:ea typeface="Segoe UI"/>
                <a:cs typeface="Segoe UI"/>
              </a:defRPr>
            </a:lvl2pPr>
            <a:lvl3pPr>
              <a:defRPr sz="1725" b="0">
                <a:solidFill>
                  <a:srgbClr val="473229"/>
                </a:solidFill>
                <a:latin typeface="Segoe UI"/>
                <a:ea typeface="Segoe UI"/>
                <a:cs typeface="Segoe UI"/>
              </a:defRPr>
            </a:lvl3pPr>
            <a:lvl4pPr>
              <a:defRPr sz="1725" b="0">
                <a:solidFill>
                  <a:srgbClr val="473229"/>
                </a:solidFill>
                <a:latin typeface="Segoe UI"/>
                <a:ea typeface="Segoe UI"/>
                <a:cs typeface="Segoe UI"/>
              </a:defRPr>
            </a:lvl4pPr>
            <a:lvl5pPr>
              <a:defRPr sz="1725" b="0">
                <a:solidFill>
                  <a:srgbClr val="473229"/>
                </a:solidFill>
                <a:latin typeface="Segoe UI"/>
                <a:ea typeface="Segoe UI"/>
                <a:cs typeface="Segoe UI"/>
              </a:defRPr>
            </a:lvl5pPr>
            <a:lvl6pPr>
              <a:defRPr sz="1725" b="0">
                <a:solidFill>
                  <a:srgbClr val="473229"/>
                </a:solidFill>
                <a:latin typeface="Segoe UI"/>
                <a:ea typeface="Segoe UI"/>
                <a:cs typeface="Segoe UI"/>
              </a:defRPr>
            </a:lvl6pPr>
            <a:lvl7pPr>
              <a:defRPr sz="1725" b="0">
                <a:solidFill>
                  <a:srgbClr val="473229"/>
                </a:solidFill>
                <a:latin typeface="Segoe UI"/>
                <a:ea typeface="Segoe UI"/>
                <a:cs typeface="Segoe UI"/>
              </a:defRPr>
            </a:lvl7pPr>
            <a:lvl8pPr>
              <a:defRPr sz="1725" b="0">
                <a:solidFill>
                  <a:srgbClr val="473229"/>
                </a:solidFill>
                <a:latin typeface="Segoe UI"/>
                <a:ea typeface="Segoe UI"/>
                <a:cs typeface="Segoe UI"/>
              </a:defRPr>
            </a:lvl8pPr>
            <a:lvl9pPr>
              <a:defRPr sz="1725" b="0">
                <a:solidFill>
                  <a:srgbClr val="473229"/>
                </a:solidFill>
                <a:latin typeface="Segoe UI"/>
                <a:ea typeface="Segoe UI"/>
                <a:cs typeface="Segoe UI"/>
              </a:defRPr>
            </a:lvl9pPr>
          </a:lstStyle>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Atomic role</a:t>
            </a:r>
          </a:p>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requirements</a:t>
            </a:r>
          </a:p>
        </p:txBody>
      </p:sp>
      <p:sp>
        <p:nvSpPr>
          <p:cNvPr id="27" name="">
            <a:extLst xmlns:a="http://schemas.openxmlformats.org/drawingml/2006/main">
              <a:ext uri="{FF2B5EF4-FFF2-40B4-BE49-F238E27FC236}">
                <a16:creationId xmlns:a16="http://schemas.microsoft.com/office/drawing/2014/main" id="{5153D94E-FFF6-450B-97FA-110942F1923E}"/>
              </a:ext>
            </a:extLst>
          </p:cNvPr>
          <p:cNvSpPr>
            <a:spLocks xmlns:a="http://schemas.openxmlformats.org/drawingml/2006/main" noGrp="1"/>
          </p:cNvSpPr>
          <p:nvPr/>
        </p:nvSpPr>
        <p:spPr>
          <a:xfrm xmlns:a="http://schemas.openxmlformats.org/drawingml/2006/main">
            <a:off x="508635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3F68DE87-C9F9-4A21-87A3-F89353C67366}"/>
              </a:ext>
            </a:extLst>
          </p:cNvPr>
          <p:cNvSpPr>
            <a:spLocks xmlns:a="http://schemas.openxmlformats.org/drawingml/2006/main" noGrp="1"/>
          </p:cNvSpPr>
          <p:nvPr/>
        </p:nvSpPr>
        <p:spPr>
          <a:xfrm xmlns:a="http://schemas.openxmlformats.org/drawingml/2006/main">
            <a:off x="521970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defRPr sz="2025" b="1">
                <a:solidFill>
                  <a:srgbClr val="684A3A"/>
                </a:solidFill>
                <a:latin typeface="Segoe UI"/>
                <a:ea typeface="Segoe UI"/>
                <a:cs typeface="Segoe UI"/>
              </a:defRPr>
            </a:lvl1pPr>
            <a:lvl2pPr>
              <a:defRPr sz="2025" b="1">
                <a:solidFill>
                  <a:srgbClr val="684A3A"/>
                </a:solidFill>
                <a:latin typeface="Segoe UI"/>
                <a:ea typeface="Segoe UI"/>
                <a:cs typeface="Segoe UI"/>
              </a:defRPr>
            </a:lvl2pPr>
            <a:lvl3pPr>
              <a:defRPr sz="2025" b="1">
                <a:solidFill>
                  <a:srgbClr val="684A3A"/>
                </a:solidFill>
                <a:latin typeface="Segoe UI"/>
                <a:ea typeface="Segoe UI"/>
                <a:cs typeface="Segoe UI"/>
              </a:defRPr>
            </a:lvl3pPr>
            <a:lvl4pPr>
              <a:defRPr sz="2025" b="1">
                <a:solidFill>
                  <a:srgbClr val="684A3A"/>
                </a:solidFill>
                <a:latin typeface="Segoe UI"/>
                <a:ea typeface="Segoe UI"/>
                <a:cs typeface="Segoe UI"/>
              </a:defRPr>
            </a:lvl4pPr>
            <a:lvl5pPr>
              <a:defRPr sz="2025" b="1">
                <a:solidFill>
                  <a:srgbClr val="684A3A"/>
                </a:solidFill>
                <a:latin typeface="Segoe UI"/>
                <a:ea typeface="Segoe UI"/>
                <a:cs typeface="Segoe UI"/>
              </a:defRPr>
            </a:lvl5pPr>
            <a:lvl6pPr>
              <a:defRPr sz="2025" b="1">
                <a:solidFill>
                  <a:srgbClr val="684A3A"/>
                </a:solidFill>
                <a:latin typeface="Segoe UI"/>
                <a:ea typeface="Segoe UI"/>
                <a:cs typeface="Segoe UI"/>
              </a:defRPr>
            </a:lvl6pPr>
            <a:lvl7pPr>
              <a:defRPr sz="2025" b="1">
                <a:solidFill>
                  <a:srgbClr val="684A3A"/>
                </a:solidFill>
                <a:latin typeface="Segoe UI"/>
                <a:ea typeface="Segoe UI"/>
                <a:cs typeface="Segoe UI"/>
              </a:defRPr>
            </a:lvl7pPr>
            <a:lvl8pPr>
              <a:defRPr sz="2025" b="1">
                <a:solidFill>
                  <a:srgbClr val="684A3A"/>
                </a:solidFill>
                <a:latin typeface="Segoe UI"/>
                <a:ea typeface="Segoe UI"/>
                <a:cs typeface="Segoe UI"/>
              </a:defRPr>
            </a:lvl8pPr>
            <a:lvl9pPr>
              <a:defRPr sz="2025" b="1">
                <a:solidFill>
                  <a:srgbClr val="684A3A"/>
                </a:solidFill>
                <a:latin typeface="Segoe UI"/>
                <a:ea typeface="Segoe UI"/>
                <a:cs typeface="Segoe UI"/>
              </a:defRPr>
            </a:lvl9pPr>
          </a:lstStyle>
          <a:p xmlns:a="http://schemas.openxmlformats.org/drawingml/2006/main">
            <a:pPr>
              <a:defRPr sz="2025" b="1">
                <a:solidFill>
                  <a:srgbClr val="684A3A"/>
                </a:solidFill>
                <a:latin typeface="Segoe UI"/>
                <a:ea typeface="Segoe UI"/>
                <a:cs typeface="Segoe UI"/>
              </a:defRPr>
            </a:pPr>
            <a:r>
              <a:rPr sz="2025" b="1">
                <a:solidFill>
                  <a:srgbClr val="684A3A"/>
                </a:solidFill>
                <a:latin typeface="Segoe UI"/>
                <a:ea typeface="Segoe UI"/>
                <a:cs typeface="Segoe UI"/>
              </a:rPr>
              <a:t>H-MEM</a:t>
            </a:r>
          </a:p>
        </p:txBody>
      </p:sp>
      <p:sp>
        <p:nvSpPr>
          <p:cNvPr id="29" name="">
            <a:extLst xmlns:a="http://schemas.openxmlformats.org/drawingml/2006/main">
              <a:ext uri="{FF2B5EF4-FFF2-40B4-BE49-F238E27FC236}">
                <a16:creationId xmlns:a16="http://schemas.microsoft.com/office/drawing/2014/main" id="{6F622B99-170B-4DE4-BB40-E9000E4C5BD8}"/>
              </a:ext>
            </a:extLst>
          </p:cNvPr>
          <p:cNvSpPr>
            <a:spLocks xmlns:a="http://schemas.openxmlformats.org/drawingml/2006/main" noGrp="1"/>
          </p:cNvSpPr>
          <p:nvPr/>
        </p:nvSpPr>
        <p:spPr>
          <a:xfrm xmlns:a="http://schemas.openxmlformats.org/drawingml/2006/main">
            <a:off x="521970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defRPr sz="1725" b="0">
                <a:solidFill>
                  <a:srgbClr val="473229"/>
                </a:solidFill>
                <a:latin typeface="Segoe UI"/>
                <a:ea typeface="Segoe UI"/>
                <a:cs typeface="Segoe UI"/>
              </a:defRPr>
            </a:lvl1pPr>
            <a:lvl2pPr>
              <a:defRPr sz="1725" b="0">
                <a:solidFill>
                  <a:srgbClr val="473229"/>
                </a:solidFill>
                <a:latin typeface="Segoe UI"/>
                <a:ea typeface="Segoe UI"/>
                <a:cs typeface="Segoe UI"/>
              </a:defRPr>
            </a:lvl2pPr>
            <a:lvl3pPr>
              <a:defRPr sz="1725" b="0">
                <a:solidFill>
                  <a:srgbClr val="473229"/>
                </a:solidFill>
                <a:latin typeface="Segoe UI"/>
                <a:ea typeface="Segoe UI"/>
                <a:cs typeface="Segoe UI"/>
              </a:defRPr>
            </a:lvl3pPr>
            <a:lvl4pPr>
              <a:defRPr sz="1725" b="0">
                <a:solidFill>
                  <a:srgbClr val="473229"/>
                </a:solidFill>
                <a:latin typeface="Segoe UI"/>
                <a:ea typeface="Segoe UI"/>
                <a:cs typeface="Segoe UI"/>
              </a:defRPr>
            </a:lvl4pPr>
            <a:lvl5pPr>
              <a:defRPr sz="1725" b="0">
                <a:solidFill>
                  <a:srgbClr val="473229"/>
                </a:solidFill>
                <a:latin typeface="Segoe UI"/>
                <a:ea typeface="Segoe UI"/>
                <a:cs typeface="Segoe UI"/>
              </a:defRPr>
            </a:lvl5pPr>
            <a:lvl6pPr>
              <a:defRPr sz="1725" b="0">
                <a:solidFill>
                  <a:srgbClr val="473229"/>
                </a:solidFill>
                <a:latin typeface="Segoe UI"/>
                <a:ea typeface="Segoe UI"/>
                <a:cs typeface="Segoe UI"/>
              </a:defRPr>
            </a:lvl6pPr>
            <a:lvl7pPr>
              <a:defRPr sz="1725" b="0">
                <a:solidFill>
                  <a:srgbClr val="473229"/>
                </a:solidFill>
                <a:latin typeface="Segoe UI"/>
                <a:ea typeface="Segoe UI"/>
                <a:cs typeface="Segoe UI"/>
              </a:defRPr>
            </a:lvl7pPr>
            <a:lvl8pPr>
              <a:defRPr sz="1725" b="0">
                <a:solidFill>
                  <a:srgbClr val="473229"/>
                </a:solidFill>
                <a:latin typeface="Segoe UI"/>
                <a:ea typeface="Segoe UI"/>
                <a:cs typeface="Segoe UI"/>
              </a:defRPr>
            </a:lvl8pPr>
            <a:lvl9pPr>
              <a:defRPr sz="1725" b="0">
                <a:solidFill>
                  <a:srgbClr val="473229"/>
                </a:solidFill>
                <a:latin typeface="Segoe UI"/>
                <a:ea typeface="Segoe UI"/>
                <a:cs typeface="Segoe UI"/>
              </a:defRPr>
            </a:lvl9pPr>
          </a:lstStyle>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Relevant prior</a:t>
            </a:r>
          </a:p>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source evidence</a:t>
            </a:r>
          </a:p>
        </p:txBody>
      </p:sp>
      <p:sp>
        <p:nvSpPr>
          <p:cNvPr id="30" name="">
            <a:extLst xmlns:a="http://schemas.openxmlformats.org/drawingml/2006/main">
              <a:ext uri="{FF2B5EF4-FFF2-40B4-BE49-F238E27FC236}">
                <a16:creationId xmlns:a16="http://schemas.microsoft.com/office/drawing/2014/main" id="{193F5F35-4C80-4717-BE4A-96B733BA18C3}"/>
              </a:ext>
            </a:extLst>
          </p:cNvPr>
          <p:cNvSpPr>
            <a:spLocks xmlns:a="http://schemas.openxmlformats.org/drawingml/2006/main" noGrp="1"/>
          </p:cNvSpPr>
          <p:nvPr/>
        </p:nvSpPr>
        <p:spPr>
          <a:xfrm xmlns:a="http://schemas.openxmlformats.org/drawingml/2006/main">
            <a:off x="7324725"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CFEC5E6-117A-4F42-B53C-7B608B0EEC3D}"/>
              </a:ext>
            </a:extLst>
          </p:cNvPr>
          <p:cNvSpPr>
            <a:spLocks xmlns:a="http://schemas.openxmlformats.org/drawingml/2006/main" noGrp="1"/>
          </p:cNvSpPr>
          <p:nvPr/>
        </p:nvSpPr>
        <p:spPr>
          <a:xfrm xmlns:a="http://schemas.openxmlformats.org/drawingml/2006/main">
            <a:off x="7458075"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defRPr sz="2025" b="1">
                <a:solidFill>
                  <a:srgbClr val="684A3A"/>
                </a:solidFill>
                <a:latin typeface="Segoe UI"/>
                <a:ea typeface="Segoe UI"/>
                <a:cs typeface="Segoe UI"/>
              </a:defRPr>
            </a:lvl1pPr>
            <a:lvl2pPr>
              <a:defRPr sz="2025" b="1">
                <a:solidFill>
                  <a:srgbClr val="684A3A"/>
                </a:solidFill>
                <a:latin typeface="Segoe UI"/>
                <a:ea typeface="Segoe UI"/>
                <a:cs typeface="Segoe UI"/>
              </a:defRPr>
            </a:lvl2pPr>
            <a:lvl3pPr>
              <a:defRPr sz="2025" b="1">
                <a:solidFill>
                  <a:srgbClr val="684A3A"/>
                </a:solidFill>
                <a:latin typeface="Segoe UI"/>
                <a:ea typeface="Segoe UI"/>
                <a:cs typeface="Segoe UI"/>
              </a:defRPr>
            </a:lvl3pPr>
            <a:lvl4pPr>
              <a:defRPr sz="2025" b="1">
                <a:solidFill>
                  <a:srgbClr val="684A3A"/>
                </a:solidFill>
                <a:latin typeface="Segoe UI"/>
                <a:ea typeface="Segoe UI"/>
                <a:cs typeface="Segoe UI"/>
              </a:defRPr>
            </a:lvl4pPr>
            <a:lvl5pPr>
              <a:defRPr sz="2025" b="1">
                <a:solidFill>
                  <a:srgbClr val="684A3A"/>
                </a:solidFill>
                <a:latin typeface="Segoe UI"/>
                <a:ea typeface="Segoe UI"/>
                <a:cs typeface="Segoe UI"/>
              </a:defRPr>
            </a:lvl5pPr>
            <a:lvl6pPr>
              <a:defRPr sz="2025" b="1">
                <a:solidFill>
                  <a:srgbClr val="684A3A"/>
                </a:solidFill>
                <a:latin typeface="Segoe UI"/>
                <a:ea typeface="Segoe UI"/>
                <a:cs typeface="Segoe UI"/>
              </a:defRPr>
            </a:lvl6pPr>
            <a:lvl7pPr>
              <a:defRPr sz="2025" b="1">
                <a:solidFill>
                  <a:srgbClr val="684A3A"/>
                </a:solidFill>
                <a:latin typeface="Segoe UI"/>
                <a:ea typeface="Segoe UI"/>
                <a:cs typeface="Segoe UI"/>
              </a:defRPr>
            </a:lvl7pPr>
            <a:lvl8pPr>
              <a:defRPr sz="2025" b="1">
                <a:solidFill>
                  <a:srgbClr val="684A3A"/>
                </a:solidFill>
                <a:latin typeface="Segoe UI"/>
                <a:ea typeface="Segoe UI"/>
                <a:cs typeface="Segoe UI"/>
              </a:defRPr>
            </a:lvl8pPr>
            <a:lvl9pPr>
              <a:defRPr sz="2025" b="1">
                <a:solidFill>
                  <a:srgbClr val="684A3A"/>
                </a:solidFill>
                <a:latin typeface="Segoe UI"/>
                <a:ea typeface="Segoe UI"/>
                <a:cs typeface="Segoe UI"/>
              </a:defRPr>
            </a:lvl9pPr>
          </a:lstStyle>
          <a:p xmlns:a="http://schemas.openxmlformats.org/drawingml/2006/main">
            <a:pPr>
              <a:defRPr sz="2025" b="1">
                <a:solidFill>
                  <a:srgbClr val="684A3A"/>
                </a:solidFill>
                <a:latin typeface="Segoe UI"/>
                <a:ea typeface="Segoe UI"/>
                <a:cs typeface="Segoe UI"/>
              </a:defRPr>
            </a:pPr>
            <a:r>
              <a:rPr sz="2025" b="1">
                <a:solidFill>
                  <a:srgbClr val="684A3A"/>
                </a:solidFill>
                <a:latin typeface="Segoe UI"/>
                <a:ea typeface="Segoe UI"/>
                <a:cs typeface="Segoe UI"/>
              </a:rPr>
              <a:t>Nemotron</a:t>
            </a:r>
          </a:p>
        </p:txBody>
      </p:sp>
      <p:sp>
        <p:nvSpPr>
          <p:cNvPr id="32" name="">
            <a:extLst xmlns:a="http://schemas.openxmlformats.org/drawingml/2006/main">
              <a:ext uri="{FF2B5EF4-FFF2-40B4-BE49-F238E27FC236}">
                <a16:creationId xmlns:a16="http://schemas.microsoft.com/office/drawing/2014/main" id="{85AFC950-9A2B-4055-B622-068F64E8D8FC}"/>
              </a:ext>
            </a:extLst>
          </p:cNvPr>
          <p:cNvSpPr>
            <a:spLocks xmlns:a="http://schemas.openxmlformats.org/drawingml/2006/main" noGrp="1"/>
          </p:cNvSpPr>
          <p:nvPr/>
        </p:nvSpPr>
        <p:spPr>
          <a:xfrm xmlns:a="http://schemas.openxmlformats.org/drawingml/2006/main">
            <a:off x="7458075"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defRPr sz="1725" b="0">
                <a:solidFill>
                  <a:srgbClr val="473229"/>
                </a:solidFill>
                <a:latin typeface="Segoe UI"/>
                <a:ea typeface="Segoe UI"/>
                <a:cs typeface="Segoe UI"/>
              </a:defRPr>
            </a:lvl1pPr>
            <a:lvl2pPr>
              <a:defRPr sz="1725" b="0">
                <a:solidFill>
                  <a:srgbClr val="473229"/>
                </a:solidFill>
                <a:latin typeface="Segoe UI"/>
                <a:ea typeface="Segoe UI"/>
                <a:cs typeface="Segoe UI"/>
              </a:defRPr>
            </a:lvl2pPr>
            <a:lvl3pPr>
              <a:defRPr sz="1725" b="0">
                <a:solidFill>
                  <a:srgbClr val="473229"/>
                </a:solidFill>
                <a:latin typeface="Segoe UI"/>
                <a:ea typeface="Segoe UI"/>
                <a:cs typeface="Segoe UI"/>
              </a:defRPr>
            </a:lvl3pPr>
            <a:lvl4pPr>
              <a:defRPr sz="1725" b="0">
                <a:solidFill>
                  <a:srgbClr val="473229"/>
                </a:solidFill>
                <a:latin typeface="Segoe UI"/>
                <a:ea typeface="Segoe UI"/>
                <a:cs typeface="Segoe UI"/>
              </a:defRPr>
            </a:lvl4pPr>
            <a:lvl5pPr>
              <a:defRPr sz="1725" b="0">
                <a:solidFill>
                  <a:srgbClr val="473229"/>
                </a:solidFill>
                <a:latin typeface="Segoe UI"/>
                <a:ea typeface="Segoe UI"/>
                <a:cs typeface="Segoe UI"/>
              </a:defRPr>
            </a:lvl5pPr>
            <a:lvl6pPr>
              <a:defRPr sz="1725" b="0">
                <a:solidFill>
                  <a:srgbClr val="473229"/>
                </a:solidFill>
                <a:latin typeface="Segoe UI"/>
                <a:ea typeface="Segoe UI"/>
                <a:cs typeface="Segoe UI"/>
              </a:defRPr>
            </a:lvl6pPr>
            <a:lvl7pPr>
              <a:defRPr sz="1725" b="0">
                <a:solidFill>
                  <a:srgbClr val="473229"/>
                </a:solidFill>
                <a:latin typeface="Segoe UI"/>
                <a:ea typeface="Segoe UI"/>
                <a:cs typeface="Segoe UI"/>
              </a:defRPr>
            </a:lvl7pPr>
            <a:lvl8pPr>
              <a:defRPr sz="1725" b="0">
                <a:solidFill>
                  <a:srgbClr val="473229"/>
                </a:solidFill>
                <a:latin typeface="Segoe UI"/>
                <a:ea typeface="Segoe UI"/>
                <a:cs typeface="Segoe UI"/>
              </a:defRPr>
            </a:lvl8pPr>
            <a:lvl9pPr>
              <a:defRPr sz="1725" b="0">
                <a:solidFill>
                  <a:srgbClr val="473229"/>
                </a:solidFill>
                <a:latin typeface="Segoe UI"/>
                <a:ea typeface="Segoe UI"/>
                <a:cs typeface="Segoe UI"/>
              </a:defRPr>
            </a:lvl9pPr>
          </a:lstStyle>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Compare, then</a:t>
            </a:r>
          </a:p>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critically review</a:t>
            </a:r>
          </a:p>
        </p:txBody>
      </p:sp>
      <p:sp>
        <p:nvSpPr>
          <p:cNvPr id="33" name="">
            <a:extLst xmlns:a="http://schemas.openxmlformats.org/drawingml/2006/main">
              <a:ext uri="{FF2B5EF4-FFF2-40B4-BE49-F238E27FC236}">
                <a16:creationId xmlns:a16="http://schemas.microsoft.com/office/drawing/2014/main" id="{6A24896D-D5DD-49A8-8921-194AAE18540A}"/>
              </a:ext>
            </a:extLst>
          </p:cNvPr>
          <p:cNvSpPr>
            <a:spLocks xmlns:a="http://schemas.openxmlformats.org/drawingml/2006/main" noGrp="1"/>
          </p:cNvSpPr>
          <p:nvPr/>
        </p:nvSpPr>
        <p:spPr>
          <a:xfrm xmlns:a="http://schemas.openxmlformats.org/drawingml/2006/main">
            <a:off x="956310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C875656-DFEE-428D-885A-DAD60227F1E9}"/>
              </a:ext>
            </a:extLst>
          </p:cNvPr>
          <p:cNvSpPr>
            <a:spLocks xmlns:a="http://schemas.openxmlformats.org/drawingml/2006/main" noGrp="1"/>
          </p:cNvSpPr>
          <p:nvPr/>
        </p:nvSpPr>
        <p:spPr>
          <a:xfrm xmlns:a="http://schemas.openxmlformats.org/drawingml/2006/main">
            <a:off x="969645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defRPr sz="2025" b="1">
                <a:solidFill>
                  <a:srgbClr val="684A3A"/>
                </a:solidFill>
                <a:latin typeface="Segoe UI"/>
                <a:ea typeface="Segoe UI"/>
                <a:cs typeface="Segoe UI"/>
              </a:defRPr>
            </a:lvl1pPr>
            <a:lvl2pPr>
              <a:defRPr sz="2025" b="1">
                <a:solidFill>
                  <a:srgbClr val="684A3A"/>
                </a:solidFill>
                <a:latin typeface="Segoe UI"/>
                <a:ea typeface="Segoe UI"/>
                <a:cs typeface="Segoe UI"/>
              </a:defRPr>
            </a:lvl2pPr>
            <a:lvl3pPr>
              <a:defRPr sz="2025" b="1">
                <a:solidFill>
                  <a:srgbClr val="684A3A"/>
                </a:solidFill>
                <a:latin typeface="Segoe UI"/>
                <a:ea typeface="Segoe UI"/>
                <a:cs typeface="Segoe UI"/>
              </a:defRPr>
            </a:lvl3pPr>
            <a:lvl4pPr>
              <a:defRPr sz="2025" b="1">
                <a:solidFill>
                  <a:srgbClr val="684A3A"/>
                </a:solidFill>
                <a:latin typeface="Segoe UI"/>
                <a:ea typeface="Segoe UI"/>
                <a:cs typeface="Segoe UI"/>
              </a:defRPr>
            </a:lvl4pPr>
            <a:lvl5pPr>
              <a:defRPr sz="2025" b="1">
                <a:solidFill>
                  <a:srgbClr val="684A3A"/>
                </a:solidFill>
                <a:latin typeface="Segoe UI"/>
                <a:ea typeface="Segoe UI"/>
                <a:cs typeface="Segoe UI"/>
              </a:defRPr>
            </a:lvl5pPr>
            <a:lvl6pPr>
              <a:defRPr sz="2025" b="1">
                <a:solidFill>
                  <a:srgbClr val="684A3A"/>
                </a:solidFill>
                <a:latin typeface="Segoe UI"/>
                <a:ea typeface="Segoe UI"/>
                <a:cs typeface="Segoe UI"/>
              </a:defRPr>
            </a:lvl6pPr>
            <a:lvl7pPr>
              <a:defRPr sz="2025" b="1">
                <a:solidFill>
                  <a:srgbClr val="684A3A"/>
                </a:solidFill>
                <a:latin typeface="Segoe UI"/>
                <a:ea typeface="Segoe UI"/>
                <a:cs typeface="Segoe UI"/>
              </a:defRPr>
            </a:lvl7pPr>
            <a:lvl8pPr>
              <a:defRPr sz="2025" b="1">
                <a:solidFill>
                  <a:srgbClr val="684A3A"/>
                </a:solidFill>
                <a:latin typeface="Segoe UI"/>
                <a:ea typeface="Segoe UI"/>
                <a:cs typeface="Segoe UI"/>
              </a:defRPr>
            </a:lvl8pPr>
            <a:lvl9pPr>
              <a:defRPr sz="2025" b="1">
                <a:solidFill>
                  <a:srgbClr val="684A3A"/>
                </a:solidFill>
                <a:latin typeface="Segoe UI"/>
                <a:ea typeface="Segoe UI"/>
                <a:cs typeface="Segoe UI"/>
              </a:defRPr>
            </a:lvl9pPr>
          </a:lstStyle>
          <a:p xmlns:a="http://schemas.openxmlformats.org/drawingml/2006/main">
            <a:pPr>
              <a:defRPr sz="2025" b="1">
                <a:solidFill>
                  <a:srgbClr val="684A3A"/>
                </a:solidFill>
                <a:latin typeface="Segoe UI"/>
                <a:ea typeface="Segoe UI"/>
                <a:cs typeface="Segoe UI"/>
              </a:defRPr>
            </a:pPr>
            <a:r>
              <a:rPr sz="2025" b="1">
                <a:solidFill>
                  <a:srgbClr val="684A3A"/>
                </a:solidFill>
                <a:latin typeface="Segoe UI"/>
                <a:ea typeface="Segoe UI"/>
                <a:cs typeface="Segoe UI"/>
              </a:rPr>
              <a:t>Recruiter</a:t>
            </a:r>
          </a:p>
        </p:txBody>
      </p:sp>
      <p:sp>
        <p:nvSpPr>
          <p:cNvPr id="35" name="">
            <a:extLst xmlns:a="http://schemas.openxmlformats.org/drawingml/2006/main">
              <a:ext uri="{FF2B5EF4-FFF2-40B4-BE49-F238E27FC236}">
                <a16:creationId xmlns:a16="http://schemas.microsoft.com/office/drawing/2014/main" id="{7EE81C39-754B-4025-A287-91FEB321AB48}"/>
              </a:ext>
            </a:extLst>
          </p:cNvPr>
          <p:cNvSpPr>
            <a:spLocks xmlns:a="http://schemas.openxmlformats.org/drawingml/2006/main" noGrp="1"/>
          </p:cNvSpPr>
          <p:nvPr/>
        </p:nvSpPr>
        <p:spPr>
          <a:xfrm xmlns:a="http://schemas.openxmlformats.org/drawingml/2006/main">
            <a:off x="969645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defRPr sz="1725" b="0">
                <a:solidFill>
                  <a:srgbClr val="473229"/>
                </a:solidFill>
                <a:latin typeface="Segoe UI"/>
                <a:ea typeface="Segoe UI"/>
                <a:cs typeface="Segoe UI"/>
              </a:defRPr>
            </a:lvl1pPr>
            <a:lvl2pPr>
              <a:defRPr sz="1725" b="0">
                <a:solidFill>
                  <a:srgbClr val="473229"/>
                </a:solidFill>
                <a:latin typeface="Segoe UI"/>
                <a:ea typeface="Segoe UI"/>
                <a:cs typeface="Segoe UI"/>
              </a:defRPr>
            </a:lvl2pPr>
            <a:lvl3pPr>
              <a:defRPr sz="1725" b="0">
                <a:solidFill>
                  <a:srgbClr val="473229"/>
                </a:solidFill>
                <a:latin typeface="Segoe UI"/>
                <a:ea typeface="Segoe UI"/>
                <a:cs typeface="Segoe UI"/>
              </a:defRPr>
            </a:lvl3pPr>
            <a:lvl4pPr>
              <a:defRPr sz="1725" b="0">
                <a:solidFill>
                  <a:srgbClr val="473229"/>
                </a:solidFill>
                <a:latin typeface="Segoe UI"/>
                <a:ea typeface="Segoe UI"/>
                <a:cs typeface="Segoe UI"/>
              </a:defRPr>
            </a:lvl4pPr>
            <a:lvl5pPr>
              <a:defRPr sz="1725" b="0">
                <a:solidFill>
                  <a:srgbClr val="473229"/>
                </a:solidFill>
                <a:latin typeface="Segoe UI"/>
                <a:ea typeface="Segoe UI"/>
                <a:cs typeface="Segoe UI"/>
              </a:defRPr>
            </a:lvl5pPr>
            <a:lvl6pPr>
              <a:defRPr sz="1725" b="0">
                <a:solidFill>
                  <a:srgbClr val="473229"/>
                </a:solidFill>
                <a:latin typeface="Segoe UI"/>
                <a:ea typeface="Segoe UI"/>
                <a:cs typeface="Segoe UI"/>
              </a:defRPr>
            </a:lvl6pPr>
            <a:lvl7pPr>
              <a:defRPr sz="1725" b="0">
                <a:solidFill>
                  <a:srgbClr val="473229"/>
                </a:solidFill>
                <a:latin typeface="Segoe UI"/>
                <a:ea typeface="Segoe UI"/>
                <a:cs typeface="Segoe UI"/>
              </a:defRPr>
            </a:lvl7pPr>
            <a:lvl8pPr>
              <a:defRPr sz="1725" b="0">
                <a:solidFill>
                  <a:srgbClr val="473229"/>
                </a:solidFill>
                <a:latin typeface="Segoe UI"/>
                <a:ea typeface="Segoe UI"/>
                <a:cs typeface="Segoe UI"/>
              </a:defRPr>
            </a:lvl8pPr>
            <a:lvl9pPr>
              <a:defRPr sz="1725" b="0">
                <a:solidFill>
                  <a:srgbClr val="473229"/>
                </a:solidFill>
                <a:latin typeface="Segoe UI"/>
                <a:ea typeface="Segoe UI"/>
                <a:cs typeface="Segoe UI"/>
              </a:defRPr>
            </a:lvl9pPr>
          </a:lstStyle>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Inspect sources</a:t>
            </a:r>
          </a:p>
          <a:p xmlns:a="http://schemas.openxmlformats.org/drawingml/2006/main">
            <a:pPr>
              <a:defRPr sz="1725" b="0">
                <a:solidFill>
                  <a:srgbClr val="473229"/>
                </a:solidFill>
                <a:latin typeface="Segoe UI"/>
                <a:ea typeface="Segoe UI"/>
                <a:cs typeface="Segoe UI"/>
              </a:defRPr>
            </a:pPr>
            <a:r>
              <a:rPr sz="1725" b="0">
                <a:solidFill>
                  <a:srgbClr val="473229"/>
                </a:solidFill>
                <a:latin typeface="Segoe UI"/>
                <a:ea typeface="Segoe UI"/>
                <a:cs typeface="Segoe UI"/>
              </a:rPr>
              <a:t>and choose</a:t>
            </a:r>
          </a:p>
        </p:txBody>
      </p:sp>
      <p:sp>
        <p:nvSpPr>
          <p:cNvPr id="40" name="">
            <a:extLst xmlns:a="http://schemas.openxmlformats.org/drawingml/2006/main">
              <a:ext uri="{FF2B5EF4-FFF2-40B4-BE49-F238E27FC236}">
                <a16:creationId xmlns:a16="http://schemas.microsoft.com/office/drawing/2014/main" id="{C25F4A9B-0236-4E23-921F-A3020DCCC420}"/>
              </a:ext>
            </a:extLst>
          </p:cNvPr>
          <p:cNvSpPr>
            <a:spLocks xmlns:a="http://schemas.openxmlformats.org/drawingml/2006/main" noGrp="1"/>
          </p:cNvSpPr>
          <p:nvPr/>
        </p:nvSpPr>
        <p:spPr>
          <a:xfrm xmlns:a="http://schemas.openxmlformats.org/drawingml/2006/main">
            <a:off x="5086350" y="4572000"/>
            <a:ext cx="4257675" cy="7810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426F1A3-03E5-438C-B9E0-EA8D76B8E0E8}"/>
              </a:ext>
            </a:extLst>
          </p:cNvPr>
          <p:cNvSpPr>
            <a:spLocks xmlns:a="http://schemas.openxmlformats.org/drawingml/2006/main" noGrp="1"/>
          </p:cNvSpPr>
          <p:nvPr/>
        </p:nvSpPr>
        <p:spPr>
          <a:xfrm xmlns:a="http://schemas.openxmlformats.org/drawingml/2006/main">
            <a:off x="5276850" y="4705350"/>
            <a:ext cx="38766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defRPr sz="2025" b="1">
                <a:solidFill>
                  <a:srgbClr val="684A3A"/>
                </a:solidFill>
                <a:latin typeface="Segoe UI"/>
                <a:ea typeface="Segoe UI"/>
                <a:cs typeface="Segoe UI"/>
              </a:defRPr>
            </a:lvl1pPr>
            <a:lvl2pPr>
              <a:defRPr sz="2025" b="1">
                <a:solidFill>
                  <a:srgbClr val="684A3A"/>
                </a:solidFill>
                <a:latin typeface="Segoe UI"/>
                <a:ea typeface="Segoe UI"/>
                <a:cs typeface="Segoe UI"/>
              </a:defRPr>
            </a:lvl2pPr>
            <a:lvl3pPr>
              <a:defRPr sz="2025" b="1">
                <a:solidFill>
                  <a:srgbClr val="684A3A"/>
                </a:solidFill>
                <a:latin typeface="Segoe UI"/>
                <a:ea typeface="Segoe UI"/>
                <a:cs typeface="Segoe UI"/>
              </a:defRPr>
            </a:lvl3pPr>
            <a:lvl4pPr>
              <a:defRPr sz="2025" b="1">
                <a:solidFill>
                  <a:srgbClr val="684A3A"/>
                </a:solidFill>
                <a:latin typeface="Segoe UI"/>
                <a:ea typeface="Segoe UI"/>
                <a:cs typeface="Segoe UI"/>
              </a:defRPr>
            </a:lvl4pPr>
            <a:lvl5pPr>
              <a:defRPr sz="2025" b="1">
                <a:solidFill>
                  <a:srgbClr val="684A3A"/>
                </a:solidFill>
                <a:latin typeface="Segoe UI"/>
                <a:ea typeface="Segoe UI"/>
                <a:cs typeface="Segoe UI"/>
              </a:defRPr>
            </a:lvl5pPr>
            <a:lvl6pPr>
              <a:defRPr sz="2025" b="1">
                <a:solidFill>
                  <a:srgbClr val="684A3A"/>
                </a:solidFill>
                <a:latin typeface="Segoe UI"/>
                <a:ea typeface="Segoe UI"/>
                <a:cs typeface="Segoe UI"/>
              </a:defRPr>
            </a:lvl6pPr>
            <a:lvl7pPr>
              <a:defRPr sz="2025" b="1">
                <a:solidFill>
                  <a:srgbClr val="684A3A"/>
                </a:solidFill>
                <a:latin typeface="Segoe UI"/>
                <a:ea typeface="Segoe UI"/>
                <a:cs typeface="Segoe UI"/>
              </a:defRPr>
            </a:lvl7pPr>
            <a:lvl8pPr>
              <a:defRPr sz="2025" b="1">
                <a:solidFill>
                  <a:srgbClr val="684A3A"/>
                </a:solidFill>
                <a:latin typeface="Segoe UI"/>
                <a:ea typeface="Segoe UI"/>
                <a:cs typeface="Segoe UI"/>
              </a:defRPr>
            </a:lvl8pPr>
            <a:lvl9pPr>
              <a:defRPr sz="2025" b="1">
                <a:solidFill>
                  <a:srgbClr val="684A3A"/>
                </a:solidFill>
                <a:latin typeface="Segoe UI"/>
                <a:ea typeface="Segoe UI"/>
                <a:cs typeface="Segoe UI"/>
              </a:defRPr>
            </a:lvl9pPr>
          </a:lstStyle>
          <a:p xmlns:a="http://schemas.openxmlformats.org/drawingml/2006/main">
            <a:pPr>
              <a:defRPr sz="2025" b="1">
                <a:solidFill>
                  <a:srgbClr val="684A3A"/>
                </a:solidFill>
                <a:latin typeface="Segoe UI"/>
                <a:ea typeface="Segoe UI"/>
                <a:cs typeface="Segoe UI"/>
              </a:defRPr>
            </a:pPr>
            <a:r>
              <a:rPr sz="2025" b="1">
                <a:solidFill>
                  <a:srgbClr val="684A3A"/>
                </a:solidFill>
                <a:latin typeface="Segoe UI"/>
                <a:ea typeface="Segoe UI"/>
                <a:cs typeface="Segoe UI"/>
              </a:rPr>
              <a:t>Attributed answer → reanalyse</a:t>
            </a:r>
          </a:p>
        </p:txBody>
      </p:sp>
      <p:sp>
        <p:nvSpPr>
          <p:cNvPr id="44" name="">
            <a:extLst xmlns:a="http://schemas.openxmlformats.org/drawingml/2006/main">
              <a:ext uri="{FF2B5EF4-FFF2-40B4-BE49-F238E27FC236}">
                <a16:creationId xmlns:a16="http://schemas.microsoft.com/office/drawing/2014/main" id="{88F4F21B-BBD3-49B5-A50B-A35488FCB0C1}"/>
              </a:ext>
            </a:extLst>
          </p:cNvPr>
          <p:cNvSpPr>
            <a:spLocks xmlns:a="http://schemas.openxmlformats.org/drawingml/2006/main" noGrp="1"/>
          </p:cNvSpPr>
          <p:nvPr/>
        </p:nvSpPr>
        <p:spPr>
          <a:xfrm xmlns:a="http://schemas.openxmlformats.org/drawingml/2006/main">
            <a:off x="609600" y="57435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84A3A"/>
                </a:solidFill>
                <a:latin typeface="Segoe UI"/>
                <a:ea typeface="Segoe UI"/>
                <a:cs typeface="Segoe UI"/>
              </a:defRPr>
            </a:defPPr>
            <a:lvl1pPr>
              <a:defRPr sz="1875" b="0">
                <a:solidFill>
                  <a:srgbClr val="684A3A"/>
                </a:solidFill>
                <a:latin typeface="Segoe UI"/>
                <a:ea typeface="Segoe UI"/>
                <a:cs typeface="Segoe UI"/>
              </a:defRPr>
            </a:lvl1pPr>
            <a:lvl2pPr>
              <a:defRPr sz="1875" b="0">
                <a:solidFill>
                  <a:srgbClr val="684A3A"/>
                </a:solidFill>
                <a:latin typeface="Segoe UI"/>
                <a:ea typeface="Segoe UI"/>
                <a:cs typeface="Segoe UI"/>
              </a:defRPr>
            </a:lvl2pPr>
            <a:lvl3pPr>
              <a:defRPr sz="1875" b="0">
                <a:solidFill>
                  <a:srgbClr val="684A3A"/>
                </a:solidFill>
                <a:latin typeface="Segoe UI"/>
                <a:ea typeface="Segoe UI"/>
                <a:cs typeface="Segoe UI"/>
              </a:defRPr>
            </a:lvl3pPr>
            <a:lvl4pPr>
              <a:defRPr sz="1875" b="0">
                <a:solidFill>
                  <a:srgbClr val="684A3A"/>
                </a:solidFill>
                <a:latin typeface="Segoe UI"/>
                <a:ea typeface="Segoe UI"/>
                <a:cs typeface="Segoe UI"/>
              </a:defRPr>
            </a:lvl4pPr>
            <a:lvl5pPr>
              <a:defRPr sz="1875" b="0">
                <a:solidFill>
                  <a:srgbClr val="684A3A"/>
                </a:solidFill>
                <a:latin typeface="Segoe UI"/>
                <a:ea typeface="Segoe UI"/>
                <a:cs typeface="Segoe UI"/>
              </a:defRPr>
            </a:lvl5pPr>
            <a:lvl6pPr>
              <a:defRPr sz="1875" b="0">
                <a:solidFill>
                  <a:srgbClr val="684A3A"/>
                </a:solidFill>
                <a:latin typeface="Segoe UI"/>
                <a:ea typeface="Segoe UI"/>
                <a:cs typeface="Segoe UI"/>
              </a:defRPr>
            </a:lvl6pPr>
            <a:lvl7pPr>
              <a:defRPr sz="1875" b="0">
                <a:solidFill>
                  <a:srgbClr val="684A3A"/>
                </a:solidFill>
                <a:latin typeface="Segoe UI"/>
                <a:ea typeface="Segoe UI"/>
                <a:cs typeface="Segoe UI"/>
              </a:defRPr>
            </a:lvl7pPr>
            <a:lvl8pPr>
              <a:defRPr sz="1875" b="0">
                <a:solidFill>
                  <a:srgbClr val="684A3A"/>
                </a:solidFill>
                <a:latin typeface="Segoe UI"/>
                <a:ea typeface="Segoe UI"/>
                <a:cs typeface="Segoe UI"/>
              </a:defRPr>
            </a:lvl8pPr>
            <a:lvl9pPr>
              <a:defRPr sz="1875" b="0">
                <a:solidFill>
                  <a:srgbClr val="684A3A"/>
                </a:solidFill>
                <a:latin typeface="Segoe UI"/>
                <a:ea typeface="Segoe UI"/>
                <a:cs typeface="Segoe UI"/>
              </a:defRPr>
            </a:lvl9pPr>
          </a:lstStyle>
          <a:p xmlns:a="http://schemas.openxmlformats.org/drawingml/2006/main">
            <a:pPr>
              <a:defRPr sz="1875" b="0">
                <a:solidFill>
                  <a:srgbClr val="684A3A"/>
                </a:solidFill>
                <a:latin typeface="Segoe UI"/>
                <a:ea typeface="Segoe UI"/>
                <a:cs typeface="Segoe UI"/>
              </a:defRPr>
            </a:pPr>
            <a:r>
              <a:rPr sz="1875" b="0">
                <a:solidFill>
                  <a:srgbClr val="684A3A"/>
                </a:solidFill>
                <a:latin typeface="Segoe UI"/>
                <a:ea typeface="Segoe UI"/>
                <a:cs typeface="Segoe UI"/>
              </a:rPr>
              <a:t>Exact quotations and source IDs are checked before a report is saved.</a:t>
            </a:r>
          </a:p>
        </p:txBody>
      </p:sp>
    </p:spTree>
    <p:extLst>
      <p:ext uri="{BB962C8B-B14F-4D97-AF65-F5344CB8AC3E}">
        <p14:creationId xmlns:p14="http://schemas.microsoft.com/office/powerpoint/2010/main" val="1723954872"/>
      </p:ext>
    </p:extLst>
  </p:cSld>
</p:sld>
</file>

<file path=ppt/slides/slide5.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A398707-DF11-4752-A898-EA4DA959624E}"/>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Working integrations, with execution evidence</a:t>
            </a:r>
          </a:p>
        </p:txBody>
      </p:sp>
      <p:sp>
        <p:nvSpPr>
          <p:cNvPr id="2" name="">
            <a:extLst xmlns:a="http://schemas.openxmlformats.org/drawingml/2006/main">
              <a:ext uri="{FF2B5EF4-FFF2-40B4-BE49-F238E27FC236}">
                <a16:creationId xmlns:a16="http://schemas.microsoft.com/office/drawing/2014/main" id="{47978119-ABE2-4BDC-A165-C68DFB93BAE2}"/>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553AA2-7EDC-41AB-B8E0-CB3FC53BE8F4}"/>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5EC3EC9C-C517-4B88-B40E-873D51623921}"/>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05</a:t>
            </a:r>
          </a:p>
        </p:txBody>
      </p:sp>
      <p:sp>
        <p:nvSpPr>
          <p:cNvPr id="17" name="">
            <a:extLst xmlns:a="http://schemas.openxmlformats.org/drawingml/2006/main">
              <a:ext uri="{FF2B5EF4-FFF2-40B4-BE49-F238E27FC236}">
                <a16:creationId xmlns:a16="http://schemas.microsoft.com/office/drawing/2014/main" id="{6897BFED-969D-4B93-BAE8-B0FEE5E2F3E7}"/>
              </a:ext>
            </a:extLst>
          </p:cNvPr>
          <p:cNvSpPr>
            <a:spLocks xmlns:a="http://schemas.openxmlformats.org/drawingml/2006/main" noGrp="1"/>
          </p:cNvSpPr>
          <p:nvPr/>
        </p:nvSpPr>
        <p:spPr>
          <a:xfrm xmlns:a="http://schemas.openxmlformats.org/drawingml/2006/main">
            <a:off x="609600" y="185737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defRPr sz="2250" b="1">
                <a:solidFill>
                  <a:srgbClr val="684A3A"/>
                </a:solidFill>
                <a:latin typeface="Segoe UI"/>
                <a:ea typeface="Segoe UI"/>
                <a:cs typeface="Segoe UI"/>
              </a:defRPr>
            </a:lvl1pPr>
            <a:lvl2pPr>
              <a:defRPr sz="2250" b="1">
                <a:solidFill>
                  <a:srgbClr val="684A3A"/>
                </a:solidFill>
                <a:latin typeface="Segoe UI"/>
                <a:ea typeface="Segoe UI"/>
                <a:cs typeface="Segoe UI"/>
              </a:defRPr>
            </a:lvl2pPr>
            <a:lvl3pPr>
              <a:defRPr sz="2250" b="1">
                <a:solidFill>
                  <a:srgbClr val="684A3A"/>
                </a:solidFill>
                <a:latin typeface="Segoe UI"/>
                <a:ea typeface="Segoe UI"/>
                <a:cs typeface="Segoe UI"/>
              </a:defRPr>
            </a:lvl3pPr>
            <a:lvl4pPr>
              <a:defRPr sz="2250" b="1">
                <a:solidFill>
                  <a:srgbClr val="684A3A"/>
                </a:solidFill>
                <a:latin typeface="Segoe UI"/>
                <a:ea typeface="Segoe UI"/>
                <a:cs typeface="Segoe UI"/>
              </a:defRPr>
            </a:lvl4pPr>
            <a:lvl5pPr>
              <a:defRPr sz="2250" b="1">
                <a:solidFill>
                  <a:srgbClr val="684A3A"/>
                </a:solidFill>
                <a:latin typeface="Segoe UI"/>
                <a:ea typeface="Segoe UI"/>
                <a:cs typeface="Segoe UI"/>
              </a:defRPr>
            </a:lvl5pPr>
            <a:lvl6pPr>
              <a:defRPr sz="2250" b="1">
                <a:solidFill>
                  <a:srgbClr val="684A3A"/>
                </a:solidFill>
                <a:latin typeface="Segoe UI"/>
                <a:ea typeface="Segoe UI"/>
                <a:cs typeface="Segoe UI"/>
              </a:defRPr>
            </a:lvl6pPr>
            <a:lvl7pPr>
              <a:defRPr sz="2250" b="1">
                <a:solidFill>
                  <a:srgbClr val="684A3A"/>
                </a:solidFill>
                <a:latin typeface="Segoe UI"/>
                <a:ea typeface="Segoe UI"/>
                <a:cs typeface="Segoe UI"/>
              </a:defRPr>
            </a:lvl7pPr>
            <a:lvl8pPr>
              <a:defRPr sz="2250" b="1">
                <a:solidFill>
                  <a:srgbClr val="684A3A"/>
                </a:solidFill>
                <a:latin typeface="Segoe UI"/>
                <a:ea typeface="Segoe UI"/>
                <a:cs typeface="Segoe UI"/>
              </a:defRPr>
            </a:lvl8pPr>
            <a:lvl9pPr>
              <a:defRPr sz="2250" b="1">
                <a:solidFill>
                  <a:srgbClr val="684A3A"/>
                </a:solidFill>
                <a:latin typeface="Segoe UI"/>
                <a:ea typeface="Segoe UI"/>
                <a:cs typeface="Segoe UI"/>
              </a:defRPr>
            </a:lvl9pPr>
          </a:lstStyle>
          <a:p xmlns:a="http://schemas.openxmlformats.org/drawingml/2006/main">
            <a:pPr>
              <a:defRPr sz="2250" b="1">
                <a:solidFill>
                  <a:srgbClr val="684A3A"/>
                </a:solidFill>
                <a:latin typeface="Segoe UI"/>
                <a:ea typeface="Segoe UI"/>
                <a:cs typeface="Segoe UI"/>
              </a:defRPr>
            </a:pPr>
            <a:r>
              <a:rPr sz="2250" b="1">
                <a:solidFill>
                  <a:srgbClr val="684A3A"/>
                </a:solidFill>
                <a:latin typeface="Segoe UI"/>
                <a:ea typeface="Segoe UI"/>
                <a:cs typeface="Segoe UI"/>
              </a:rPr>
              <a:t>Zetaris</a:t>
            </a:r>
          </a:p>
        </p:txBody>
      </p:sp>
      <p:sp>
        <p:nvSpPr>
          <p:cNvPr id="18" name="">
            <a:extLst xmlns:a="http://schemas.openxmlformats.org/drawingml/2006/main">
              <a:ext uri="{FF2B5EF4-FFF2-40B4-BE49-F238E27FC236}">
                <a16:creationId xmlns:a16="http://schemas.microsoft.com/office/drawing/2014/main" id="{A8BB1973-9A86-444F-A626-0456688E4E05}"/>
              </a:ext>
            </a:extLst>
          </p:cNvPr>
          <p:cNvSpPr>
            <a:spLocks xmlns:a="http://schemas.openxmlformats.org/drawingml/2006/main" noGrp="1"/>
          </p:cNvSpPr>
          <p:nvPr/>
        </p:nvSpPr>
        <p:spPr>
          <a:xfrm xmlns:a="http://schemas.openxmlformats.org/drawingml/2006/main">
            <a:off x="3857625" y="185737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defRPr sz="1950" b="0">
                <a:solidFill>
                  <a:srgbClr val="473229"/>
                </a:solidFill>
                <a:latin typeface="Segoe UI"/>
                <a:ea typeface="Segoe UI"/>
                <a:cs typeface="Segoe UI"/>
              </a:defRPr>
            </a:lvl1pPr>
            <a:lvl2pPr>
              <a:defRPr sz="1950" b="0">
                <a:solidFill>
                  <a:srgbClr val="473229"/>
                </a:solidFill>
                <a:latin typeface="Segoe UI"/>
                <a:ea typeface="Segoe UI"/>
                <a:cs typeface="Segoe UI"/>
              </a:defRPr>
            </a:lvl2pPr>
            <a:lvl3pPr>
              <a:defRPr sz="1950" b="0">
                <a:solidFill>
                  <a:srgbClr val="473229"/>
                </a:solidFill>
                <a:latin typeface="Segoe UI"/>
                <a:ea typeface="Segoe UI"/>
                <a:cs typeface="Segoe UI"/>
              </a:defRPr>
            </a:lvl3pPr>
            <a:lvl4pPr>
              <a:defRPr sz="1950" b="0">
                <a:solidFill>
                  <a:srgbClr val="473229"/>
                </a:solidFill>
                <a:latin typeface="Segoe UI"/>
                <a:ea typeface="Segoe UI"/>
                <a:cs typeface="Segoe UI"/>
              </a:defRPr>
            </a:lvl4pPr>
            <a:lvl5pPr>
              <a:defRPr sz="1950" b="0">
                <a:solidFill>
                  <a:srgbClr val="473229"/>
                </a:solidFill>
                <a:latin typeface="Segoe UI"/>
                <a:ea typeface="Segoe UI"/>
                <a:cs typeface="Segoe UI"/>
              </a:defRPr>
            </a:lvl5pPr>
            <a:lvl6pPr>
              <a:defRPr sz="1950" b="0">
                <a:solidFill>
                  <a:srgbClr val="473229"/>
                </a:solidFill>
                <a:latin typeface="Segoe UI"/>
                <a:ea typeface="Segoe UI"/>
                <a:cs typeface="Segoe UI"/>
              </a:defRPr>
            </a:lvl6pPr>
            <a:lvl7pPr>
              <a:defRPr sz="1950" b="0">
                <a:solidFill>
                  <a:srgbClr val="473229"/>
                </a:solidFill>
                <a:latin typeface="Segoe UI"/>
                <a:ea typeface="Segoe UI"/>
                <a:cs typeface="Segoe UI"/>
              </a:defRPr>
            </a:lvl7pPr>
            <a:lvl8pPr>
              <a:defRPr sz="1950" b="0">
                <a:solidFill>
                  <a:srgbClr val="473229"/>
                </a:solidFill>
                <a:latin typeface="Segoe UI"/>
                <a:ea typeface="Segoe UI"/>
                <a:cs typeface="Segoe UI"/>
              </a:defRPr>
            </a:lvl8pPr>
            <a:lvl9pPr>
              <a:defRPr sz="1950" b="0">
                <a:solidFill>
                  <a:srgbClr val="473229"/>
                </a:solidFill>
                <a:latin typeface="Segoe UI"/>
                <a:ea typeface="Segoe UI"/>
                <a:cs typeface="Segoe UI"/>
              </a:defRPr>
            </a:lvl9pPr>
          </a:lstStyle>
          <a:p xmlns:a="http://schemas.openxmlformats.org/drawingml/2006/main">
            <a:pPr>
              <a:defRPr sz="1950" b="0">
                <a:solidFill>
                  <a:srgbClr val="473229"/>
                </a:solidFill>
                <a:latin typeface="Segoe UI"/>
                <a:ea typeface="Segoe UI"/>
                <a:cs typeface="Segoe UI"/>
              </a:defRPr>
            </a:pPr>
            <a:r>
              <a:rPr sz="1950" b="0">
                <a:solidFill>
                  <a:srgbClr val="473229"/>
                </a:solidFill>
                <a:latin typeface="Segoe UI"/>
                <a:ea typeface="Segoe UI"/>
                <a:cs typeface="Segoe UI"/>
              </a:rPr>
              <a:t>Two fictional CSV sources, a joined view and a SELECT-only REST account.</a:t>
            </a:r>
          </a:p>
        </p:txBody>
      </p:sp>
      <p:sp>
        <p:nvSpPr>
          <p:cNvPr id="19" name="">
            <a:extLst xmlns:a="http://schemas.openxmlformats.org/drawingml/2006/main">
              <a:ext uri="{FF2B5EF4-FFF2-40B4-BE49-F238E27FC236}">
                <a16:creationId xmlns:a16="http://schemas.microsoft.com/office/drawing/2014/main" id="{21112E36-5AEB-49BA-88E9-AF02C84FF2D1}"/>
              </a:ext>
            </a:extLst>
          </p:cNvPr>
          <p:cNvSpPr>
            <a:spLocks xmlns:a="http://schemas.openxmlformats.org/drawingml/2006/main" noGrp="1"/>
          </p:cNvSpPr>
          <p:nvPr/>
        </p:nvSpPr>
        <p:spPr>
          <a:xfrm xmlns:a="http://schemas.openxmlformats.org/drawingml/2006/main">
            <a:off x="609600" y="277177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4DB55E5-A102-4CA3-843B-2FC11594F3DF}"/>
              </a:ext>
            </a:extLst>
          </p:cNvPr>
          <p:cNvSpPr>
            <a:spLocks xmlns:a="http://schemas.openxmlformats.org/drawingml/2006/main" noGrp="1"/>
          </p:cNvSpPr>
          <p:nvPr/>
        </p:nvSpPr>
        <p:spPr>
          <a:xfrm xmlns:a="http://schemas.openxmlformats.org/drawingml/2006/main">
            <a:off x="609600" y="290512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defRPr sz="2250" b="1">
                <a:solidFill>
                  <a:srgbClr val="684A3A"/>
                </a:solidFill>
                <a:latin typeface="Segoe UI"/>
                <a:ea typeface="Segoe UI"/>
                <a:cs typeface="Segoe UI"/>
              </a:defRPr>
            </a:lvl1pPr>
            <a:lvl2pPr>
              <a:defRPr sz="2250" b="1">
                <a:solidFill>
                  <a:srgbClr val="684A3A"/>
                </a:solidFill>
                <a:latin typeface="Segoe UI"/>
                <a:ea typeface="Segoe UI"/>
                <a:cs typeface="Segoe UI"/>
              </a:defRPr>
            </a:lvl2pPr>
            <a:lvl3pPr>
              <a:defRPr sz="2250" b="1">
                <a:solidFill>
                  <a:srgbClr val="684A3A"/>
                </a:solidFill>
                <a:latin typeface="Segoe UI"/>
                <a:ea typeface="Segoe UI"/>
                <a:cs typeface="Segoe UI"/>
              </a:defRPr>
            </a:lvl3pPr>
            <a:lvl4pPr>
              <a:defRPr sz="2250" b="1">
                <a:solidFill>
                  <a:srgbClr val="684A3A"/>
                </a:solidFill>
                <a:latin typeface="Segoe UI"/>
                <a:ea typeface="Segoe UI"/>
                <a:cs typeface="Segoe UI"/>
              </a:defRPr>
            </a:lvl4pPr>
            <a:lvl5pPr>
              <a:defRPr sz="2250" b="1">
                <a:solidFill>
                  <a:srgbClr val="684A3A"/>
                </a:solidFill>
                <a:latin typeface="Segoe UI"/>
                <a:ea typeface="Segoe UI"/>
                <a:cs typeface="Segoe UI"/>
              </a:defRPr>
            </a:lvl5pPr>
            <a:lvl6pPr>
              <a:defRPr sz="2250" b="1">
                <a:solidFill>
                  <a:srgbClr val="684A3A"/>
                </a:solidFill>
                <a:latin typeface="Segoe UI"/>
                <a:ea typeface="Segoe UI"/>
                <a:cs typeface="Segoe UI"/>
              </a:defRPr>
            </a:lvl6pPr>
            <a:lvl7pPr>
              <a:defRPr sz="2250" b="1">
                <a:solidFill>
                  <a:srgbClr val="684A3A"/>
                </a:solidFill>
                <a:latin typeface="Segoe UI"/>
                <a:ea typeface="Segoe UI"/>
                <a:cs typeface="Segoe UI"/>
              </a:defRPr>
            </a:lvl7pPr>
            <a:lvl8pPr>
              <a:defRPr sz="2250" b="1">
                <a:solidFill>
                  <a:srgbClr val="684A3A"/>
                </a:solidFill>
                <a:latin typeface="Segoe UI"/>
                <a:ea typeface="Segoe UI"/>
                <a:cs typeface="Segoe UI"/>
              </a:defRPr>
            </a:lvl8pPr>
            <a:lvl9pPr>
              <a:defRPr sz="2250" b="1">
                <a:solidFill>
                  <a:srgbClr val="684A3A"/>
                </a:solidFill>
                <a:latin typeface="Segoe UI"/>
                <a:ea typeface="Segoe UI"/>
                <a:cs typeface="Segoe UI"/>
              </a:defRPr>
            </a:lvl9pPr>
          </a:lstStyle>
          <a:p xmlns:a="http://schemas.openxmlformats.org/drawingml/2006/main">
            <a:pPr>
              <a:defRPr sz="2250" b="1">
                <a:solidFill>
                  <a:srgbClr val="684A3A"/>
                </a:solidFill>
                <a:latin typeface="Segoe UI"/>
                <a:ea typeface="Segoe UI"/>
                <a:cs typeface="Segoe UI"/>
              </a:defRPr>
            </a:pPr>
            <a:r>
              <a:rPr sz="2250" b="1">
                <a:solidFill>
                  <a:srgbClr val="684A3A"/>
                </a:solidFill>
                <a:latin typeface="Segoe UI"/>
                <a:ea typeface="Segoe UI"/>
                <a:cs typeface="Segoe UI"/>
              </a:rPr>
              <a:t>NVIDIA Nemotron</a:t>
            </a:r>
          </a:p>
        </p:txBody>
      </p:sp>
      <p:sp>
        <p:nvSpPr>
          <p:cNvPr id="21" name="">
            <a:extLst xmlns:a="http://schemas.openxmlformats.org/drawingml/2006/main">
              <a:ext uri="{FF2B5EF4-FFF2-40B4-BE49-F238E27FC236}">
                <a16:creationId xmlns:a16="http://schemas.microsoft.com/office/drawing/2014/main" id="{BBA6E5A3-3E13-4B1C-9121-82E59A48534B}"/>
              </a:ext>
            </a:extLst>
          </p:cNvPr>
          <p:cNvSpPr>
            <a:spLocks xmlns:a="http://schemas.openxmlformats.org/drawingml/2006/main" noGrp="1"/>
          </p:cNvSpPr>
          <p:nvPr/>
        </p:nvSpPr>
        <p:spPr>
          <a:xfrm xmlns:a="http://schemas.openxmlformats.org/drawingml/2006/main">
            <a:off x="3857625" y="290512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defRPr sz="1950" b="0">
                <a:solidFill>
                  <a:srgbClr val="473229"/>
                </a:solidFill>
                <a:latin typeface="Segoe UI"/>
                <a:ea typeface="Segoe UI"/>
                <a:cs typeface="Segoe UI"/>
              </a:defRPr>
            </a:lvl1pPr>
            <a:lvl2pPr>
              <a:defRPr sz="1950" b="0">
                <a:solidFill>
                  <a:srgbClr val="473229"/>
                </a:solidFill>
                <a:latin typeface="Segoe UI"/>
                <a:ea typeface="Segoe UI"/>
                <a:cs typeface="Segoe UI"/>
              </a:defRPr>
            </a:lvl2pPr>
            <a:lvl3pPr>
              <a:defRPr sz="1950" b="0">
                <a:solidFill>
                  <a:srgbClr val="473229"/>
                </a:solidFill>
                <a:latin typeface="Segoe UI"/>
                <a:ea typeface="Segoe UI"/>
                <a:cs typeface="Segoe UI"/>
              </a:defRPr>
            </a:lvl3pPr>
            <a:lvl4pPr>
              <a:defRPr sz="1950" b="0">
                <a:solidFill>
                  <a:srgbClr val="473229"/>
                </a:solidFill>
                <a:latin typeface="Segoe UI"/>
                <a:ea typeface="Segoe UI"/>
                <a:cs typeface="Segoe UI"/>
              </a:defRPr>
            </a:lvl4pPr>
            <a:lvl5pPr>
              <a:defRPr sz="1950" b="0">
                <a:solidFill>
                  <a:srgbClr val="473229"/>
                </a:solidFill>
                <a:latin typeface="Segoe UI"/>
                <a:ea typeface="Segoe UI"/>
                <a:cs typeface="Segoe UI"/>
              </a:defRPr>
            </a:lvl5pPr>
            <a:lvl6pPr>
              <a:defRPr sz="1950" b="0">
                <a:solidFill>
                  <a:srgbClr val="473229"/>
                </a:solidFill>
                <a:latin typeface="Segoe UI"/>
                <a:ea typeface="Segoe UI"/>
                <a:cs typeface="Segoe UI"/>
              </a:defRPr>
            </a:lvl6pPr>
            <a:lvl7pPr>
              <a:defRPr sz="1950" b="0">
                <a:solidFill>
                  <a:srgbClr val="473229"/>
                </a:solidFill>
                <a:latin typeface="Segoe UI"/>
                <a:ea typeface="Segoe UI"/>
                <a:cs typeface="Segoe UI"/>
              </a:defRPr>
            </a:lvl7pPr>
            <a:lvl8pPr>
              <a:defRPr sz="1950" b="0">
                <a:solidFill>
                  <a:srgbClr val="473229"/>
                </a:solidFill>
                <a:latin typeface="Segoe UI"/>
                <a:ea typeface="Segoe UI"/>
                <a:cs typeface="Segoe UI"/>
              </a:defRPr>
            </a:lvl8pPr>
            <a:lvl9pPr>
              <a:defRPr sz="1950" b="0">
                <a:solidFill>
                  <a:srgbClr val="473229"/>
                </a:solidFill>
                <a:latin typeface="Segoe UI"/>
                <a:ea typeface="Segoe UI"/>
                <a:cs typeface="Segoe UI"/>
              </a:defRPr>
            </a:lvl9pPr>
          </a:lstStyle>
          <a:p xmlns:a="http://schemas.openxmlformats.org/drawingml/2006/main">
            <a:pPr>
              <a:defRPr sz="1950" b="0">
                <a:solidFill>
                  <a:srgbClr val="473229"/>
                </a:solidFill>
                <a:latin typeface="Segoe UI"/>
                <a:ea typeface="Segoe UI"/>
                <a:cs typeface="Segoe UI"/>
              </a:defRPr>
            </a:pPr>
            <a:r>
              <a:rPr sz="1950" b="0">
                <a:solidFill>
                  <a:srgbClr val="473229"/>
                </a:solidFill>
                <a:latin typeface="Segoe UI"/>
                <a:ea typeface="Segoe UI"/>
                <a:cs typeface="Segoe UI"/>
              </a:rPr>
              <a:t>Role interpretation, CV comparison, targeted questions and a separate critical review.</a:t>
            </a:r>
          </a:p>
        </p:txBody>
      </p:sp>
      <p:sp>
        <p:nvSpPr>
          <p:cNvPr id="22" name="">
            <a:extLst xmlns:a="http://schemas.openxmlformats.org/drawingml/2006/main">
              <a:ext uri="{FF2B5EF4-FFF2-40B4-BE49-F238E27FC236}">
                <a16:creationId xmlns:a16="http://schemas.microsoft.com/office/drawing/2014/main" id="{0BD07734-0BA9-4F16-8009-1EC4A2F34CA0}"/>
              </a:ext>
            </a:extLst>
          </p:cNvPr>
          <p:cNvSpPr>
            <a:spLocks xmlns:a="http://schemas.openxmlformats.org/drawingml/2006/main" noGrp="1"/>
          </p:cNvSpPr>
          <p:nvPr/>
        </p:nvSpPr>
        <p:spPr>
          <a:xfrm xmlns:a="http://schemas.openxmlformats.org/drawingml/2006/main">
            <a:off x="609600" y="381952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5F34569-BC55-48F0-8892-1F5F3AC47448}"/>
              </a:ext>
            </a:extLst>
          </p:cNvPr>
          <p:cNvSpPr>
            <a:spLocks xmlns:a="http://schemas.openxmlformats.org/drawingml/2006/main" noGrp="1"/>
          </p:cNvSpPr>
          <p:nvPr/>
        </p:nvSpPr>
        <p:spPr>
          <a:xfrm xmlns:a="http://schemas.openxmlformats.org/drawingml/2006/main">
            <a:off x="609600" y="395287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defRPr sz="2250" b="1">
                <a:solidFill>
                  <a:srgbClr val="684A3A"/>
                </a:solidFill>
                <a:latin typeface="Segoe UI"/>
                <a:ea typeface="Segoe UI"/>
                <a:cs typeface="Segoe UI"/>
              </a:defRPr>
            </a:lvl1pPr>
            <a:lvl2pPr>
              <a:defRPr sz="2250" b="1">
                <a:solidFill>
                  <a:srgbClr val="684A3A"/>
                </a:solidFill>
                <a:latin typeface="Segoe UI"/>
                <a:ea typeface="Segoe UI"/>
                <a:cs typeface="Segoe UI"/>
              </a:defRPr>
            </a:lvl2pPr>
            <a:lvl3pPr>
              <a:defRPr sz="2250" b="1">
                <a:solidFill>
                  <a:srgbClr val="684A3A"/>
                </a:solidFill>
                <a:latin typeface="Segoe UI"/>
                <a:ea typeface="Segoe UI"/>
                <a:cs typeface="Segoe UI"/>
              </a:defRPr>
            </a:lvl3pPr>
            <a:lvl4pPr>
              <a:defRPr sz="2250" b="1">
                <a:solidFill>
                  <a:srgbClr val="684A3A"/>
                </a:solidFill>
                <a:latin typeface="Segoe UI"/>
                <a:ea typeface="Segoe UI"/>
                <a:cs typeface="Segoe UI"/>
              </a:defRPr>
            </a:lvl4pPr>
            <a:lvl5pPr>
              <a:defRPr sz="2250" b="1">
                <a:solidFill>
                  <a:srgbClr val="684A3A"/>
                </a:solidFill>
                <a:latin typeface="Segoe UI"/>
                <a:ea typeface="Segoe UI"/>
                <a:cs typeface="Segoe UI"/>
              </a:defRPr>
            </a:lvl5pPr>
            <a:lvl6pPr>
              <a:defRPr sz="2250" b="1">
                <a:solidFill>
                  <a:srgbClr val="684A3A"/>
                </a:solidFill>
                <a:latin typeface="Segoe UI"/>
                <a:ea typeface="Segoe UI"/>
                <a:cs typeface="Segoe UI"/>
              </a:defRPr>
            </a:lvl6pPr>
            <a:lvl7pPr>
              <a:defRPr sz="2250" b="1">
                <a:solidFill>
                  <a:srgbClr val="684A3A"/>
                </a:solidFill>
                <a:latin typeface="Segoe UI"/>
                <a:ea typeface="Segoe UI"/>
                <a:cs typeface="Segoe UI"/>
              </a:defRPr>
            </a:lvl7pPr>
            <a:lvl8pPr>
              <a:defRPr sz="2250" b="1">
                <a:solidFill>
                  <a:srgbClr val="684A3A"/>
                </a:solidFill>
                <a:latin typeface="Segoe UI"/>
                <a:ea typeface="Segoe UI"/>
                <a:cs typeface="Segoe UI"/>
              </a:defRPr>
            </a:lvl8pPr>
            <a:lvl9pPr>
              <a:defRPr sz="2250" b="1">
                <a:solidFill>
                  <a:srgbClr val="684A3A"/>
                </a:solidFill>
                <a:latin typeface="Segoe UI"/>
                <a:ea typeface="Segoe UI"/>
                <a:cs typeface="Segoe UI"/>
              </a:defRPr>
            </a:lvl9pPr>
          </a:lstStyle>
          <a:p xmlns:a="http://schemas.openxmlformats.org/drawingml/2006/main">
            <a:pPr>
              <a:defRPr sz="2250" b="1">
                <a:solidFill>
                  <a:srgbClr val="684A3A"/>
                </a:solidFill>
                <a:latin typeface="Segoe UI"/>
                <a:ea typeface="Segoe UI"/>
                <a:cs typeface="Segoe UI"/>
              </a:defRPr>
            </a:pPr>
            <a:r>
              <a:rPr sz="2250" b="1">
                <a:solidFill>
                  <a:srgbClr val="684A3A"/>
                </a:solidFill>
                <a:latin typeface="Segoe UI"/>
                <a:ea typeface="Segoe UI"/>
                <a:cs typeface="Segoe UI"/>
              </a:rPr>
              <a:t>Meterless Nightshift</a:t>
            </a:r>
          </a:p>
        </p:txBody>
      </p:sp>
      <p:sp>
        <p:nvSpPr>
          <p:cNvPr id="24" name="">
            <a:extLst xmlns:a="http://schemas.openxmlformats.org/drawingml/2006/main">
              <a:ext uri="{FF2B5EF4-FFF2-40B4-BE49-F238E27FC236}">
                <a16:creationId xmlns:a16="http://schemas.microsoft.com/office/drawing/2014/main" id="{383E12E0-29C3-40A3-ACE1-717970E7E25F}"/>
              </a:ext>
            </a:extLst>
          </p:cNvPr>
          <p:cNvSpPr>
            <a:spLocks xmlns:a="http://schemas.openxmlformats.org/drawingml/2006/main" noGrp="1"/>
          </p:cNvSpPr>
          <p:nvPr/>
        </p:nvSpPr>
        <p:spPr>
          <a:xfrm xmlns:a="http://schemas.openxmlformats.org/drawingml/2006/main">
            <a:off x="3857625" y="395287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defRPr sz="1950" b="0">
                <a:solidFill>
                  <a:srgbClr val="473229"/>
                </a:solidFill>
                <a:latin typeface="Segoe UI"/>
                <a:ea typeface="Segoe UI"/>
                <a:cs typeface="Segoe UI"/>
              </a:defRPr>
            </a:lvl1pPr>
            <a:lvl2pPr>
              <a:defRPr sz="1950" b="0">
                <a:solidFill>
                  <a:srgbClr val="473229"/>
                </a:solidFill>
                <a:latin typeface="Segoe UI"/>
                <a:ea typeface="Segoe UI"/>
                <a:cs typeface="Segoe UI"/>
              </a:defRPr>
            </a:lvl2pPr>
            <a:lvl3pPr>
              <a:defRPr sz="1950" b="0">
                <a:solidFill>
                  <a:srgbClr val="473229"/>
                </a:solidFill>
                <a:latin typeface="Segoe UI"/>
                <a:ea typeface="Segoe UI"/>
                <a:cs typeface="Segoe UI"/>
              </a:defRPr>
            </a:lvl3pPr>
            <a:lvl4pPr>
              <a:defRPr sz="1950" b="0">
                <a:solidFill>
                  <a:srgbClr val="473229"/>
                </a:solidFill>
                <a:latin typeface="Segoe UI"/>
                <a:ea typeface="Segoe UI"/>
                <a:cs typeface="Segoe UI"/>
              </a:defRPr>
            </a:lvl4pPr>
            <a:lvl5pPr>
              <a:defRPr sz="1950" b="0">
                <a:solidFill>
                  <a:srgbClr val="473229"/>
                </a:solidFill>
                <a:latin typeface="Segoe UI"/>
                <a:ea typeface="Segoe UI"/>
                <a:cs typeface="Segoe UI"/>
              </a:defRPr>
            </a:lvl5pPr>
            <a:lvl6pPr>
              <a:defRPr sz="1950" b="0">
                <a:solidFill>
                  <a:srgbClr val="473229"/>
                </a:solidFill>
                <a:latin typeface="Segoe UI"/>
                <a:ea typeface="Segoe UI"/>
                <a:cs typeface="Segoe UI"/>
              </a:defRPr>
            </a:lvl6pPr>
            <a:lvl7pPr>
              <a:defRPr sz="1950" b="0">
                <a:solidFill>
                  <a:srgbClr val="473229"/>
                </a:solidFill>
                <a:latin typeface="Segoe UI"/>
                <a:ea typeface="Segoe UI"/>
                <a:cs typeface="Segoe UI"/>
              </a:defRPr>
            </a:lvl7pPr>
            <a:lvl8pPr>
              <a:defRPr sz="1950" b="0">
                <a:solidFill>
                  <a:srgbClr val="473229"/>
                </a:solidFill>
                <a:latin typeface="Segoe UI"/>
                <a:ea typeface="Segoe UI"/>
                <a:cs typeface="Segoe UI"/>
              </a:defRPr>
            </a:lvl8pPr>
            <a:lvl9pPr>
              <a:defRPr sz="1950" b="0">
                <a:solidFill>
                  <a:srgbClr val="473229"/>
                </a:solidFill>
                <a:latin typeface="Segoe UI"/>
                <a:ea typeface="Segoe UI"/>
                <a:cs typeface="Segoe UI"/>
              </a:defRPr>
            </a:lvl9pPr>
          </a:lstStyle>
          <a:p xmlns:a="http://schemas.openxmlformats.org/drawingml/2006/main">
            <a:pPr>
              <a:defRPr sz="1950" b="0">
                <a:solidFill>
                  <a:srgbClr val="473229"/>
                </a:solidFill>
                <a:latin typeface="Segoe UI"/>
                <a:ea typeface="Segoe UI"/>
                <a:cs typeface="Segoe UI"/>
              </a:defRPr>
            </a:pPr>
            <a:r>
              <a:rPr sz="1950" b="0">
                <a:solidFill>
                  <a:srgbClr val="473229"/>
                </a:solidFill>
                <a:latin typeface="Segoe UI"/>
                <a:ea typeface="Segoe UI"/>
                <a:cs typeface="Segoe UI"/>
              </a:rPr>
              <a:t>Primary inference provider. Actual executed model IDs and receipts are retained.</a:t>
            </a:r>
          </a:p>
        </p:txBody>
      </p:sp>
      <p:sp>
        <p:nvSpPr>
          <p:cNvPr id="25" name="">
            <a:extLst xmlns:a="http://schemas.openxmlformats.org/drawingml/2006/main">
              <a:ext uri="{FF2B5EF4-FFF2-40B4-BE49-F238E27FC236}">
                <a16:creationId xmlns:a16="http://schemas.microsoft.com/office/drawing/2014/main" id="{C4C9AB28-2AC6-42E4-8CC8-993064F59808}"/>
              </a:ext>
            </a:extLst>
          </p:cNvPr>
          <p:cNvSpPr>
            <a:spLocks xmlns:a="http://schemas.openxmlformats.org/drawingml/2006/main" noGrp="1"/>
          </p:cNvSpPr>
          <p:nvPr/>
        </p:nvSpPr>
        <p:spPr>
          <a:xfrm xmlns:a="http://schemas.openxmlformats.org/drawingml/2006/main">
            <a:off x="609600" y="486727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46211FA-DEF0-4A64-AD36-BD453DF69DEB}"/>
              </a:ext>
            </a:extLst>
          </p:cNvPr>
          <p:cNvSpPr>
            <a:spLocks xmlns:a="http://schemas.openxmlformats.org/drawingml/2006/main" noGrp="1"/>
          </p:cNvSpPr>
          <p:nvPr/>
        </p:nvSpPr>
        <p:spPr>
          <a:xfrm xmlns:a="http://schemas.openxmlformats.org/drawingml/2006/main">
            <a:off x="609600" y="500062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defRPr sz="2250" b="1">
                <a:solidFill>
                  <a:srgbClr val="684A3A"/>
                </a:solidFill>
                <a:latin typeface="Segoe UI"/>
                <a:ea typeface="Segoe UI"/>
                <a:cs typeface="Segoe UI"/>
              </a:defRPr>
            </a:lvl1pPr>
            <a:lvl2pPr>
              <a:defRPr sz="2250" b="1">
                <a:solidFill>
                  <a:srgbClr val="684A3A"/>
                </a:solidFill>
                <a:latin typeface="Segoe UI"/>
                <a:ea typeface="Segoe UI"/>
                <a:cs typeface="Segoe UI"/>
              </a:defRPr>
            </a:lvl2pPr>
            <a:lvl3pPr>
              <a:defRPr sz="2250" b="1">
                <a:solidFill>
                  <a:srgbClr val="684A3A"/>
                </a:solidFill>
                <a:latin typeface="Segoe UI"/>
                <a:ea typeface="Segoe UI"/>
                <a:cs typeface="Segoe UI"/>
              </a:defRPr>
            </a:lvl3pPr>
            <a:lvl4pPr>
              <a:defRPr sz="2250" b="1">
                <a:solidFill>
                  <a:srgbClr val="684A3A"/>
                </a:solidFill>
                <a:latin typeface="Segoe UI"/>
                <a:ea typeface="Segoe UI"/>
                <a:cs typeface="Segoe UI"/>
              </a:defRPr>
            </a:lvl4pPr>
            <a:lvl5pPr>
              <a:defRPr sz="2250" b="1">
                <a:solidFill>
                  <a:srgbClr val="684A3A"/>
                </a:solidFill>
                <a:latin typeface="Segoe UI"/>
                <a:ea typeface="Segoe UI"/>
                <a:cs typeface="Segoe UI"/>
              </a:defRPr>
            </a:lvl5pPr>
            <a:lvl6pPr>
              <a:defRPr sz="2250" b="1">
                <a:solidFill>
                  <a:srgbClr val="684A3A"/>
                </a:solidFill>
                <a:latin typeface="Segoe UI"/>
                <a:ea typeface="Segoe UI"/>
                <a:cs typeface="Segoe UI"/>
              </a:defRPr>
            </a:lvl6pPr>
            <a:lvl7pPr>
              <a:defRPr sz="2250" b="1">
                <a:solidFill>
                  <a:srgbClr val="684A3A"/>
                </a:solidFill>
                <a:latin typeface="Segoe UI"/>
                <a:ea typeface="Segoe UI"/>
                <a:cs typeface="Segoe UI"/>
              </a:defRPr>
            </a:lvl7pPr>
            <a:lvl8pPr>
              <a:defRPr sz="2250" b="1">
                <a:solidFill>
                  <a:srgbClr val="684A3A"/>
                </a:solidFill>
                <a:latin typeface="Segoe UI"/>
                <a:ea typeface="Segoe UI"/>
                <a:cs typeface="Segoe UI"/>
              </a:defRPr>
            </a:lvl8pPr>
            <a:lvl9pPr>
              <a:defRPr sz="2250" b="1">
                <a:solidFill>
                  <a:srgbClr val="684A3A"/>
                </a:solidFill>
                <a:latin typeface="Segoe UI"/>
                <a:ea typeface="Segoe UI"/>
                <a:cs typeface="Segoe UI"/>
              </a:defRPr>
            </a:lvl9pPr>
          </a:lstStyle>
          <a:p xmlns:a="http://schemas.openxmlformats.org/drawingml/2006/main">
            <a:pPr>
              <a:defRPr sz="2250" b="1">
                <a:solidFill>
                  <a:srgbClr val="684A3A"/>
                </a:solidFill>
                <a:latin typeface="Segoe UI"/>
                <a:ea typeface="Segoe UI"/>
                <a:cs typeface="Segoe UI"/>
              </a:defRPr>
            </a:pPr>
            <a:r>
              <a:rPr sz="2250" b="1">
                <a:solidFill>
                  <a:srgbClr val="684A3A"/>
                </a:solidFill>
                <a:latin typeface="Segoe UI"/>
                <a:ea typeface="Segoe UI"/>
                <a:cs typeface="Segoe UI"/>
              </a:rPr>
              <a:t>Meterless H-MEM</a:t>
            </a:r>
          </a:p>
        </p:txBody>
      </p:sp>
      <p:sp>
        <p:nvSpPr>
          <p:cNvPr id="27" name="">
            <a:extLst xmlns:a="http://schemas.openxmlformats.org/drawingml/2006/main">
              <a:ext uri="{FF2B5EF4-FFF2-40B4-BE49-F238E27FC236}">
                <a16:creationId xmlns:a16="http://schemas.microsoft.com/office/drawing/2014/main" id="{5BFF65BB-41C2-406A-B0E5-962397A43030}"/>
              </a:ext>
            </a:extLst>
          </p:cNvPr>
          <p:cNvSpPr>
            <a:spLocks xmlns:a="http://schemas.openxmlformats.org/drawingml/2006/main" noGrp="1"/>
          </p:cNvSpPr>
          <p:nvPr/>
        </p:nvSpPr>
        <p:spPr>
          <a:xfrm xmlns:a="http://schemas.openxmlformats.org/drawingml/2006/main">
            <a:off x="3857625" y="500062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defRPr sz="1950" b="0">
                <a:solidFill>
                  <a:srgbClr val="473229"/>
                </a:solidFill>
                <a:latin typeface="Segoe UI"/>
                <a:ea typeface="Segoe UI"/>
                <a:cs typeface="Segoe UI"/>
              </a:defRPr>
            </a:lvl1pPr>
            <a:lvl2pPr>
              <a:defRPr sz="1950" b="0">
                <a:solidFill>
                  <a:srgbClr val="473229"/>
                </a:solidFill>
                <a:latin typeface="Segoe UI"/>
                <a:ea typeface="Segoe UI"/>
                <a:cs typeface="Segoe UI"/>
              </a:defRPr>
            </a:lvl2pPr>
            <a:lvl3pPr>
              <a:defRPr sz="1950" b="0">
                <a:solidFill>
                  <a:srgbClr val="473229"/>
                </a:solidFill>
                <a:latin typeface="Segoe UI"/>
                <a:ea typeface="Segoe UI"/>
                <a:cs typeface="Segoe UI"/>
              </a:defRPr>
            </a:lvl3pPr>
            <a:lvl4pPr>
              <a:defRPr sz="1950" b="0">
                <a:solidFill>
                  <a:srgbClr val="473229"/>
                </a:solidFill>
                <a:latin typeface="Segoe UI"/>
                <a:ea typeface="Segoe UI"/>
                <a:cs typeface="Segoe UI"/>
              </a:defRPr>
            </a:lvl4pPr>
            <a:lvl5pPr>
              <a:defRPr sz="1950" b="0">
                <a:solidFill>
                  <a:srgbClr val="473229"/>
                </a:solidFill>
                <a:latin typeface="Segoe UI"/>
                <a:ea typeface="Segoe UI"/>
                <a:cs typeface="Segoe UI"/>
              </a:defRPr>
            </a:lvl5pPr>
            <a:lvl6pPr>
              <a:defRPr sz="1950" b="0">
                <a:solidFill>
                  <a:srgbClr val="473229"/>
                </a:solidFill>
                <a:latin typeface="Segoe UI"/>
                <a:ea typeface="Segoe UI"/>
                <a:cs typeface="Segoe UI"/>
              </a:defRPr>
            </a:lvl6pPr>
            <a:lvl7pPr>
              <a:defRPr sz="1950" b="0">
                <a:solidFill>
                  <a:srgbClr val="473229"/>
                </a:solidFill>
                <a:latin typeface="Segoe UI"/>
                <a:ea typeface="Segoe UI"/>
                <a:cs typeface="Segoe UI"/>
              </a:defRPr>
            </a:lvl7pPr>
            <a:lvl8pPr>
              <a:defRPr sz="1950" b="0">
                <a:solidFill>
                  <a:srgbClr val="473229"/>
                </a:solidFill>
                <a:latin typeface="Segoe UI"/>
                <a:ea typeface="Segoe UI"/>
                <a:cs typeface="Segoe UI"/>
              </a:defRPr>
            </a:lvl8pPr>
            <a:lvl9pPr>
              <a:defRPr sz="1950" b="0">
                <a:solidFill>
                  <a:srgbClr val="473229"/>
                </a:solidFill>
                <a:latin typeface="Segoe UI"/>
                <a:ea typeface="Segoe UI"/>
                <a:cs typeface="Segoe UI"/>
              </a:defRPr>
            </a:lvl9pPr>
          </a:lstStyle>
          <a:p xmlns:a="http://schemas.openxmlformats.org/drawingml/2006/main">
            <a:pPr>
              <a:defRPr sz="1950" b="0">
                <a:solidFill>
                  <a:srgbClr val="473229"/>
                </a:solidFill>
                <a:latin typeface="Segoe UI"/>
                <a:ea typeface="Segoe UI"/>
                <a:cs typeface="Segoe UI"/>
              </a:defRPr>
            </a:pPr>
            <a:r>
              <a:rPr sz="1950" b="0">
                <a:solidFill>
                  <a:srgbClr val="473229"/>
                </a:solidFill>
                <a:latin typeface="Segoe UI"/>
                <a:ea typeface="Segoe UI"/>
                <a:cs typeface="Segoe UI"/>
              </a:rPr>
              <a:t>Context survives restarts; source versions, conflicts and deletions remain inspectable.</a:t>
            </a:r>
          </a:p>
        </p:txBody>
      </p:sp>
    </p:spTree>
    <p:extLst>
      <p:ext uri="{BB962C8B-B14F-4D97-AF65-F5344CB8AC3E}">
        <p14:creationId xmlns:p14="http://schemas.microsoft.com/office/powerpoint/2010/main" val="680418900"/>
      </p:ext>
    </p:extLst>
  </p:cSld>
</p:sld>
</file>

<file path=ppt/slides/slide6.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35CB2DF-D28D-4BBC-8C8F-E83D460A18F3}"/>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A new source changes the assessment</a:t>
            </a:r>
          </a:p>
        </p:txBody>
      </p:sp>
      <p:sp>
        <p:nvSpPr>
          <p:cNvPr id="2" name="">
            <a:extLst xmlns:a="http://schemas.openxmlformats.org/drawingml/2006/main">
              <a:ext uri="{FF2B5EF4-FFF2-40B4-BE49-F238E27FC236}">
                <a16:creationId xmlns:a16="http://schemas.microsoft.com/office/drawing/2014/main" id="{97C295AA-F947-4C8A-A6C0-47704F130C2D}"/>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0883109-1C45-40CF-B97C-9984AD091EAE}"/>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4555DECE-67EF-426B-9850-AD4726A357FF}"/>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06</a:t>
            </a:r>
          </a:p>
        </p:txBody>
      </p:sp>
      <p:sp>
        <p:nvSpPr>
          <p:cNvPr id="16" name="">
            <a:extLst xmlns:a="http://schemas.openxmlformats.org/drawingml/2006/main">
              <a:ext uri="{FF2B5EF4-FFF2-40B4-BE49-F238E27FC236}">
                <a16:creationId xmlns:a16="http://schemas.microsoft.com/office/drawing/2014/main" id="{AA90F820-B66B-4587-98FA-57AC64C41A9F}"/>
              </a:ext>
            </a:extLst>
          </p:cNvPr>
          <p:cNvSpPr>
            <a:spLocks xmlns:a="http://schemas.openxmlformats.org/drawingml/2006/main" noGrp="1"/>
          </p:cNvSpPr>
          <p:nvPr/>
        </p:nvSpPr>
        <p:spPr>
          <a:xfrm xmlns:a="http://schemas.openxmlformats.org/drawingml/2006/main">
            <a:off x="609600" y="1952625"/>
            <a:ext cx="5219700" cy="33813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EC3506-A81C-45DC-8ED5-694B6358A99E}"/>
              </a:ext>
            </a:extLst>
          </p:cNvPr>
          <p:cNvSpPr>
            <a:spLocks xmlns:a="http://schemas.openxmlformats.org/drawingml/2006/main" noGrp="1"/>
          </p:cNvSpPr>
          <p:nvPr/>
        </p:nvSpPr>
        <p:spPr>
          <a:xfrm xmlns:a="http://schemas.openxmlformats.org/drawingml/2006/main">
            <a:off x="6134100" y="1952625"/>
            <a:ext cx="5448300" cy="3381375"/>
          </a:xfrm>
          <a:prstGeom xmlns:a="http://schemas.openxmlformats.org/drawingml/2006/main" prst="rect">
            <a:avLst/>
          </a:prstGeom>
          <a:solidFill xmlns:a="http://schemas.openxmlformats.org/drawingml/2006/main">
            <a:srgbClr val="F5EBDD"/>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297650C-B169-45C1-9361-C223E65110C0}"/>
              </a:ext>
            </a:extLst>
          </p:cNvPr>
          <p:cNvSpPr>
            <a:spLocks xmlns:a="http://schemas.openxmlformats.org/drawingml/2006/main" noGrp="1"/>
          </p:cNvSpPr>
          <p:nvPr/>
        </p:nvSpPr>
        <p:spPr>
          <a:xfrm xmlns:a="http://schemas.openxmlformats.org/drawingml/2006/main">
            <a:off x="800100" y="2095500"/>
            <a:ext cx="4838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defRPr sz="2325" b="1">
                <a:solidFill>
                  <a:srgbClr val="684A3A"/>
                </a:solidFill>
                <a:latin typeface="Segoe UI"/>
                <a:ea typeface="Segoe UI"/>
                <a:cs typeface="Segoe UI"/>
              </a:defRPr>
            </a:lvl1pPr>
            <a:lvl2pPr>
              <a:defRPr sz="2325" b="1">
                <a:solidFill>
                  <a:srgbClr val="684A3A"/>
                </a:solidFill>
                <a:latin typeface="Segoe UI"/>
                <a:ea typeface="Segoe UI"/>
                <a:cs typeface="Segoe UI"/>
              </a:defRPr>
            </a:lvl2pPr>
            <a:lvl3pPr>
              <a:defRPr sz="2325" b="1">
                <a:solidFill>
                  <a:srgbClr val="684A3A"/>
                </a:solidFill>
                <a:latin typeface="Segoe UI"/>
                <a:ea typeface="Segoe UI"/>
                <a:cs typeface="Segoe UI"/>
              </a:defRPr>
            </a:lvl3pPr>
            <a:lvl4pPr>
              <a:defRPr sz="2325" b="1">
                <a:solidFill>
                  <a:srgbClr val="684A3A"/>
                </a:solidFill>
                <a:latin typeface="Segoe UI"/>
                <a:ea typeface="Segoe UI"/>
                <a:cs typeface="Segoe UI"/>
              </a:defRPr>
            </a:lvl4pPr>
            <a:lvl5pPr>
              <a:defRPr sz="2325" b="1">
                <a:solidFill>
                  <a:srgbClr val="684A3A"/>
                </a:solidFill>
                <a:latin typeface="Segoe UI"/>
                <a:ea typeface="Segoe UI"/>
                <a:cs typeface="Segoe UI"/>
              </a:defRPr>
            </a:lvl5pPr>
            <a:lvl6pPr>
              <a:defRPr sz="2325" b="1">
                <a:solidFill>
                  <a:srgbClr val="684A3A"/>
                </a:solidFill>
                <a:latin typeface="Segoe UI"/>
                <a:ea typeface="Segoe UI"/>
                <a:cs typeface="Segoe UI"/>
              </a:defRPr>
            </a:lvl6pPr>
            <a:lvl7pPr>
              <a:defRPr sz="2325" b="1">
                <a:solidFill>
                  <a:srgbClr val="684A3A"/>
                </a:solidFill>
                <a:latin typeface="Segoe UI"/>
                <a:ea typeface="Segoe UI"/>
                <a:cs typeface="Segoe UI"/>
              </a:defRPr>
            </a:lvl7pPr>
            <a:lvl8pPr>
              <a:defRPr sz="2325" b="1">
                <a:solidFill>
                  <a:srgbClr val="684A3A"/>
                </a:solidFill>
                <a:latin typeface="Segoe UI"/>
                <a:ea typeface="Segoe UI"/>
                <a:cs typeface="Segoe UI"/>
              </a:defRPr>
            </a:lvl8pPr>
            <a:lvl9pPr>
              <a:defRPr sz="2325" b="1">
                <a:solidFill>
                  <a:srgbClr val="684A3A"/>
                </a:solidFill>
                <a:latin typeface="Segoe UI"/>
                <a:ea typeface="Segoe UI"/>
                <a:cs typeface="Segoe UI"/>
              </a:defRPr>
            </a:lvl9pPr>
          </a:lstStyle>
          <a:p xmlns:a="http://schemas.openxmlformats.org/drawingml/2006/main">
            <a:pPr>
              <a:defRPr sz="2325" b="1">
                <a:solidFill>
                  <a:srgbClr val="684A3A"/>
                </a:solidFill>
                <a:latin typeface="Segoe UI"/>
                <a:ea typeface="Segoe UI"/>
                <a:cs typeface="Segoe UI"/>
              </a:defRPr>
            </a:pPr>
            <a:r>
              <a:rPr sz="2325" b="1">
                <a:solidFill>
                  <a:srgbClr val="684A3A"/>
                </a:solidFill>
                <a:latin typeface="Segoe UI"/>
                <a:ea typeface="Segoe UI"/>
                <a:cs typeface="Segoe UI"/>
              </a:rPr>
              <a:t>Before · unclear</a:t>
            </a:r>
          </a:p>
        </p:txBody>
      </p:sp>
      <p:sp>
        <p:nvSpPr>
          <p:cNvPr id="19" name="">
            <a:extLst xmlns:a="http://schemas.openxmlformats.org/drawingml/2006/main">
              <a:ext uri="{FF2B5EF4-FFF2-40B4-BE49-F238E27FC236}">
                <a16:creationId xmlns:a16="http://schemas.microsoft.com/office/drawing/2014/main" id="{8C9F5E72-E381-4D98-98D6-660398CCE3A2}"/>
              </a:ext>
            </a:extLst>
          </p:cNvPr>
          <p:cNvSpPr>
            <a:spLocks xmlns:a="http://schemas.openxmlformats.org/drawingml/2006/main" noGrp="1"/>
          </p:cNvSpPr>
          <p:nvPr/>
        </p:nvSpPr>
        <p:spPr>
          <a:xfrm xmlns:a="http://schemas.openxmlformats.org/drawingml/2006/main">
            <a:off x="800100" y="2838450"/>
            <a:ext cx="48387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473229"/>
                </a:solidFill>
                <a:latin typeface="Segoe UI"/>
                <a:ea typeface="Segoe UI"/>
                <a:cs typeface="Segoe UI"/>
              </a:defRPr>
            </a:defPPr>
            <a:lvl1pPr>
              <a:defRPr sz="2250" b="0">
                <a:solidFill>
                  <a:srgbClr val="473229"/>
                </a:solidFill>
                <a:latin typeface="Segoe UI"/>
                <a:ea typeface="Segoe UI"/>
                <a:cs typeface="Segoe UI"/>
              </a:defRPr>
            </a:lvl1pPr>
            <a:lvl2pPr>
              <a:defRPr sz="2250" b="0">
                <a:solidFill>
                  <a:srgbClr val="473229"/>
                </a:solidFill>
                <a:latin typeface="Segoe UI"/>
                <a:ea typeface="Segoe UI"/>
                <a:cs typeface="Segoe UI"/>
              </a:defRPr>
            </a:lvl2pPr>
            <a:lvl3pPr>
              <a:defRPr sz="2250" b="0">
                <a:solidFill>
                  <a:srgbClr val="473229"/>
                </a:solidFill>
                <a:latin typeface="Segoe UI"/>
                <a:ea typeface="Segoe UI"/>
                <a:cs typeface="Segoe UI"/>
              </a:defRPr>
            </a:lvl3pPr>
            <a:lvl4pPr>
              <a:defRPr sz="2250" b="0">
                <a:solidFill>
                  <a:srgbClr val="473229"/>
                </a:solidFill>
                <a:latin typeface="Segoe UI"/>
                <a:ea typeface="Segoe UI"/>
                <a:cs typeface="Segoe UI"/>
              </a:defRPr>
            </a:lvl4pPr>
            <a:lvl5pPr>
              <a:defRPr sz="2250" b="0">
                <a:solidFill>
                  <a:srgbClr val="473229"/>
                </a:solidFill>
                <a:latin typeface="Segoe UI"/>
                <a:ea typeface="Segoe UI"/>
                <a:cs typeface="Segoe UI"/>
              </a:defRPr>
            </a:lvl5pPr>
            <a:lvl6pPr>
              <a:defRPr sz="2250" b="0">
                <a:solidFill>
                  <a:srgbClr val="473229"/>
                </a:solidFill>
                <a:latin typeface="Segoe UI"/>
                <a:ea typeface="Segoe UI"/>
                <a:cs typeface="Segoe UI"/>
              </a:defRPr>
            </a:lvl6pPr>
            <a:lvl7pPr>
              <a:defRPr sz="2250" b="0">
                <a:solidFill>
                  <a:srgbClr val="473229"/>
                </a:solidFill>
                <a:latin typeface="Segoe UI"/>
                <a:ea typeface="Segoe UI"/>
                <a:cs typeface="Segoe UI"/>
              </a:defRPr>
            </a:lvl7pPr>
            <a:lvl8pPr>
              <a:defRPr sz="2250" b="0">
                <a:solidFill>
                  <a:srgbClr val="473229"/>
                </a:solidFill>
                <a:latin typeface="Segoe UI"/>
                <a:ea typeface="Segoe UI"/>
                <a:cs typeface="Segoe UI"/>
              </a:defRPr>
            </a:lvl8pPr>
            <a:lvl9pPr>
              <a:defRPr sz="2250" b="0">
                <a:solidFill>
                  <a:srgbClr val="473229"/>
                </a:solidFill>
                <a:latin typeface="Segoe UI"/>
                <a:ea typeface="Segoe UI"/>
                <a:cs typeface="Segoe UI"/>
              </a:defRPr>
            </a:lvl9pPr>
          </a:lstStyle>
          <a:p xmlns:a="http://schemas.openxmlformats.org/drawingml/2006/main">
            <a:pPr>
              <a:defRPr sz="2250" b="0">
                <a:solidFill>
                  <a:srgbClr val="473229"/>
                </a:solidFill>
                <a:latin typeface="Segoe UI"/>
                <a:ea typeface="Segoe UI"/>
                <a:cs typeface="Segoe UI"/>
              </a:defRPr>
            </a:pPr>
            <a:r>
              <a:rPr sz="2250" b="0">
                <a:solidFill>
                  <a:srgbClr val="473229"/>
                </a:solidFill>
                <a:latin typeface="Segoe UI"/>
                <a:ea typeface="Segoe UI"/>
                <a:cs typeface="Segoe UI"/>
              </a:rPr>
              <a:t>“Interested in learning TypeScript and developing web accessibility skills.”</a:t>
            </a:r>
          </a:p>
        </p:txBody>
      </p:sp>
      <p:sp>
        <p:nvSpPr>
          <p:cNvPr id="20" name="">
            <a:extLst xmlns:a="http://schemas.openxmlformats.org/drawingml/2006/main">
              <a:ext uri="{FF2B5EF4-FFF2-40B4-BE49-F238E27FC236}">
                <a16:creationId xmlns:a16="http://schemas.microsoft.com/office/drawing/2014/main" id="{F69657A8-FD24-4AB6-B12D-344B5D081385}"/>
              </a:ext>
            </a:extLst>
          </p:cNvPr>
          <p:cNvSpPr>
            <a:spLocks xmlns:a="http://schemas.openxmlformats.org/drawingml/2006/main" noGrp="1"/>
          </p:cNvSpPr>
          <p:nvPr/>
        </p:nvSpPr>
        <p:spPr>
          <a:xfrm xmlns:a="http://schemas.openxmlformats.org/drawingml/2006/main">
            <a:off x="800100" y="4533900"/>
            <a:ext cx="4838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806E60"/>
                </a:solidFill>
                <a:latin typeface="Segoe UI"/>
                <a:ea typeface="Segoe UI"/>
                <a:cs typeface="Segoe UI"/>
              </a:defRPr>
            </a:defPPr>
            <a:lvl1pPr>
              <a:defRPr sz="1800" b="0">
                <a:solidFill>
                  <a:srgbClr val="806E60"/>
                </a:solidFill>
                <a:latin typeface="Segoe UI"/>
                <a:ea typeface="Segoe UI"/>
                <a:cs typeface="Segoe UI"/>
              </a:defRPr>
            </a:lvl1pPr>
            <a:lvl2pPr>
              <a:defRPr sz="1800" b="0">
                <a:solidFill>
                  <a:srgbClr val="806E60"/>
                </a:solidFill>
                <a:latin typeface="Segoe UI"/>
                <a:ea typeface="Segoe UI"/>
                <a:cs typeface="Segoe UI"/>
              </a:defRPr>
            </a:lvl2pPr>
            <a:lvl3pPr>
              <a:defRPr sz="1800" b="0">
                <a:solidFill>
                  <a:srgbClr val="806E60"/>
                </a:solidFill>
                <a:latin typeface="Segoe UI"/>
                <a:ea typeface="Segoe UI"/>
                <a:cs typeface="Segoe UI"/>
              </a:defRPr>
            </a:lvl3pPr>
            <a:lvl4pPr>
              <a:defRPr sz="1800" b="0">
                <a:solidFill>
                  <a:srgbClr val="806E60"/>
                </a:solidFill>
                <a:latin typeface="Segoe UI"/>
                <a:ea typeface="Segoe UI"/>
                <a:cs typeface="Segoe UI"/>
              </a:defRPr>
            </a:lvl4pPr>
            <a:lvl5pPr>
              <a:defRPr sz="1800" b="0">
                <a:solidFill>
                  <a:srgbClr val="806E60"/>
                </a:solidFill>
                <a:latin typeface="Segoe UI"/>
                <a:ea typeface="Segoe UI"/>
                <a:cs typeface="Segoe UI"/>
              </a:defRPr>
            </a:lvl5pPr>
            <a:lvl6pPr>
              <a:defRPr sz="1800" b="0">
                <a:solidFill>
                  <a:srgbClr val="806E60"/>
                </a:solidFill>
                <a:latin typeface="Segoe UI"/>
                <a:ea typeface="Segoe UI"/>
                <a:cs typeface="Segoe UI"/>
              </a:defRPr>
            </a:lvl6pPr>
            <a:lvl7pPr>
              <a:defRPr sz="1800" b="0">
                <a:solidFill>
                  <a:srgbClr val="806E60"/>
                </a:solidFill>
                <a:latin typeface="Segoe UI"/>
                <a:ea typeface="Segoe UI"/>
                <a:cs typeface="Segoe UI"/>
              </a:defRPr>
            </a:lvl7pPr>
            <a:lvl8pPr>
              <a:defRPr sz="1800" b="0">
                <a:solidFill>
                  <a:srgbClr val="806E60"/>
                </a:solidFill>
                <a:latin typeface="Segoe UI"/>
                <a:ea typeface="Segoe UI"/>
                <a:cs typeface="Segoe UI"/>
              </a:defRPr>
            </a:lvl8pPr>
            <a:lvl9pPr>
              <a:defRPr sz="1800" b="0">
                <a:solidFill>
                  <a:srgbClr val="806E60"/>
                </a:solidFill>
                <a:latin typeface="Segoe UI"/>
                <a:ea typeface="Segoe UI"/>
                <a:cs typeface="Segoe UI"/>
              </a:defRPr>
            </a:lvl9pPr>
          </a:lstStyle>
          <a:p xmlns:a="http://schemas.openxmlformats.org/drawingml/2006/main">
            <a:pPr>
              <a:defRPr sz="1800" b="0">
                <a:solidFill>
                  <a:srgbClr val="806E60"/>
                </a:solidFill>
                <a:latin typeface="Segoe UI"/>
                <a:ea typeface="Segoe UI"/>
                <a:cs typeface="Segoe UI"/>
              </a:defRPr>
            </a:pPr>
            <a:r>
              <a:rPr sz="1800" b="0">
                <a:solidFill>
                  <a:srgbClr val="806E60"/>
                </a:solidFill>
                <a:latin typeface="Segoe UI"/>
                <a:ea typeface="Segoe UI"/>
                <a:cs typeface="Segoe UI"/>
              </a:rPr>
              <a:t>Original fictional CV</a:t>
            </a:r>
          </a:p>
        </p:txBody>
      </p:sp>
      <p:sp>
        <p:nvSpPr>
          <p:cNvPr id="21" name="">
            <a:extLst xmlns:a="http://schemas.openxmlformats.org/drawingml/2006/main">
              <a:ext uri="{FF2B5EF4-FFF2-40B4-BE49-F238E27FC236}">
                <a16:creationId xmlns:a16="http://schemas.microsoft.com/office/drawing/2014/main" id="{1A3A3A49-2F8C-4918-A2CE-BD0D702CAAD9}"/>
              </a:ext>
            </a:extLst>
          </p:cNvPr>
          <p:cNvSpPr>
            <a:spLocks xmlns:a="http://schemas.openxmlformats.org/drawingml/2006/main" noGrp="1"/>
          </p:cNvSpPr>
          <p:nvPr/>
        </p:nvSpPr>
        <p:spPr>
          <a:xfrm xmlns:a="http://schemas.openxmlformats.org/drawingml/2006/main">
            <a:off x="6324600" y="2095500"/>
            <a:ext cx="50673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684A3A"/>
                </a:solidFill>
                <a:latin typeface="Segoe UI"/>
                <a:ea typeface="Segoe UI"/>
                <a:cs typeface="Segoe UI"/>
              </a:defRPr>
            </a:defPPr>
            <a:lvl1pPr>
              <a:defRPr sz="2175" b="1">
                <a:solidFill>
                  <a:srgbClr val="684A3A"/>
                </a:solidFill>
                <a:latin typeface="Segoe UI"/>
                <a:ea typeface="Segoe UI"/>
                <a:cs typeface="Segoe UI"/>
              </a:defRPr>
            </a:lvl1pPr>
            <a:lvl2pPr>
              <a:defRPr sz="2175" b="1">
                <a:solidFill>
                  <a:srgbClr val="684A3A"/>
                </a:solidFill>
                <a:latin typeface="Segoe UI"/>
                <a:ea typeface="Segoe UI"/>
                <a:cs typeface="Segoe UI"/>
              </a:defRPr>
            </a:lvl2pPr>
            <a:lvl3pPr>
              <a:defRPr sz="2175" b="1">
                <a:solidFill>
                  <a:srgbClr val="684A3A"/>
                </a:solidFill>
                <a:latin typeface="Segoe UI"/>
                <a:ea typeface="Segoe UI"/>
                <a:cs typeface="Segoe UI"/>
              </a:defRPr>
            </a:lvl3pPr>
            <a:lvl4pPr>
              <a:defRPr sz="2175" b="1">
                <a:solidFill>
                  <a:srgbClr val="684A3A"/>
                </a:solidFill>
                <a:latin typeface="Segoe UI"/>
                <a:ea typeface="Segoe UI"/>
                <a:cs typeface="Segoe UI"/>
              </a:defRPr>
            </a:lvl4pPr>
            <a:lvl5pPr>
              <a:defRPr sz="2175" b="1">
                <a:solidFill>
                  <a:srgbClr val="684A3A"/>
                </a:solidFill>
                <a:latin typeface="Segoe UI"/>
                <a:ea typeface="Segoe UI"/>
                <a:cs typeface="Segoe UI"/>
              </a:defRPr>
            </a:lvl5pPr>
            <a:lvl6pPr>
              <a:defRPr sz="2175" b="1">
                <a:solidFill>
                  <a:srgbClr val="684A3A"/>
                </a:solidFill>
                <a:latin typeface="Segoe UI"/>
                <a:ea typeface="Segoe UI"/>
                <a:cs typeface="Segoe UI"/>
              </a:defRPr>
            </a:lvl6pPr>
            <a:lvl7pPr>
              <a:defRPr sz="2175" b="1">
                <a:solidFill>
                  <a:srgbClr val="684A3A"/>
                </a:solidFill>
                <a:latin typeface="Segoe UI"/>
                <a:ea typeface="Segoe UI"/>
                <a:cs typeface="Segoe UI"/>
              </a:defRPr>
            </a:lvl7pPr>
            <a:lvl8pPr>
              <a:defRPr sz="2175" b="1">
                <a:solidFill>
                  <a:srgbClr val="684A3A"/>
                </a:solidFill>
                <a:latin typeface="Segoe UI"/>
                <a:ea typeface="Segoe UI"/>
                <a:cs typeface="Segoe UI"/>
              </a:defRPr>
            </a:lvl8pPr>
            <a:lvl9pPr>
              <a:defRPr sz="2175" b="1">
                <a:solidFill>
                  <a:srgbClr val="684A3A"/>
                </a:solidFill>
                <a:latin typeface="Segoe UI"/>
                <a:ea typeface="Segoe UI"/>
                <a:cs typeface="Segoe UI"/>
              </a:defRPr>
            </a:lvl9pPr>
          </a:lstStyle>
          <a:p xmlns:a="http://schemas.openxmlformats.org/drawingml/2006/main">
            <a:pPr>
              <a:defRPr sz="2175" b="1">
                <a:solidFill>
                  <a:srgbClr val="684A3A"/>
                </a:solidFill>
                <a:latin typeface="Segoe UI"/>
                <a:ea typeface="Segoe UI"/>
                <a:cs typeface="Segoe UI"/>
              </a:defRPr>
            </a:pPr>
            <a:r>
              <a:rPr sz="2175" b="1">
                <a:solidFill>
                  <a:srgbClr val="684A3A"/>
                </a:solidFill>
                <a:latin typeface="Segoe UI"/>
                <a:ea typeface="Segoe UI"/>
                <a:cs typeface="Segoe UI"/>
              </a:rPr>
              <a:t>After · supported by a statement</a:t>
            </a:r>
          </a:p>
        </p:txBody>
      </p:sp>
      <p:sp>
        <p:nvSpPr>
          <p:cNvPr id="22" name="">
            <a:extLst xmlns:a="http://schemas.openxmlformats.org/drawingml/2006/main">
              <a:ext uri="{FF2B5EF4-FFF2-40B4-BE49-F238E27FC236}">
                <a16:creationId xmlns:a16="http://schemas.microsoft.com/office/drawing/2014/main" id="{CD8D6B3B-C8F3-44A7-AD6B-2859C9C69EF0}"/>
              </a:ext>
            </a:extLst>
          </p:cNvPr>
          <p:cNvSpPr>
            <a:spLocks xmlns:a="http://schemas.openxmlformats.org/drawingml/2006/main" noGrp="1"/>
          </p:cNvSpPr>
          <p:nvPr/>
        </p:nvSpPr>
        <p:spPr>
          <a:xfrm xmlns:a="http://schemas.openxmlformats.org/drawingml/2006/main">
            <a:off x="6324600" y="2838450"/>
            <a:ext cx="50673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473229"/>
                </a:solidFill>
                <a:latin typeface="Segoe UI"/>
                <a:ea typeface="Segoe UI"/>
                <a:cs typeface="Segoe UI"/>
              </a:defRPr>
            </a:defPPr>
            <a:lvl1pPr>
              <a:defRPr sz="2175" b="0">
                <a:solidFill>
                  <a:srgbClr val="473229"/>
                </a:solidFill>
                <a:latin typeface="Segoe UI"/>
                <a:ea typeface="Segoe UI"/>
                <a:cs typeface="Segoe UI"/>
              </a:defRPr>
            </a:lvl1pPr>
            <a:lvl2pPr>
              <a:defRPr sz="2175" b="0">
                <a:solidFill>
                  <a:srgbClr val="473229"/>
                </a:solidFill>
                <a:latin typeface="Segoe UI"/>
                <a:ea typeface="Segoe UI"/>
                <a:cs typeface="Segoe UI"/>
              </a:defRPr>
            </a:lvl2pPr>
            <a:lvl3pPr>
              <a:defRPr sz="2175" b="0">
                <a:solidFill>
                  <a:srgbClr val="473229"/>
                </a:solidFill>
                <a:latin typeface="Segoe UI"/>
                <a:ea typeface="Segoe UI"/>
                <a:cs typeface="Segoe UI"/>
              </a:defRPr>
            </a:lvl3pPr>
            <a:lvl4pPr>
              <a:defRPr sz="2175" b="0">
                <a:solidFill>
                  <a:srgbClr val="473229"/>
                </a:solidFill>
                <a:latin typeface="Segoe UI"/>
                <a:ea typeface="Segoe UI"/>
                <a:cs typeface="Segoe UI"/>
              </a:defRPr>
            </a:lvl4pPr>
            <a:lvl5pPr>
              <a:defRPr sz="2175" b="0">
                <a:solidFill>
                  <a:srgbClr val="473229"/>
                </a:solidFill>
                <a:latin typeface="Segoe UI"/>
                <a:ea typeface="Segoe UI"/>
                <a:cs typeface="Segoe UI"/>
              </a:defRPr>
            </a:lvl5pPr>
            <a:lvl6pPr>
              <a:defRPr sz="2175" b="0">
                <a:solidFill>
                  <a:srgbClr val="473229"/>
                </a:solidFill>
                <a:latin typeface="Segoe UI"/>
                <a:ea typeface="Segoe UI"/>
                <a:cs typeface="Segoe UI"/>
              </a:defRPr>
            </a:lvl6pPr>
            <a:lvl7pPr>
              <a:defRPr sz="2175" b="0">
                <a:solidFill>
                  <a:srgbClr val="473229"/>
                </a:solidFill>
                <a:latin typeface="Segoe UI"/>
                <a:ea typeface="Segoe UI"/>
                <a:cs typeface="Segoe UI"/>
              </a:defRPr>
            </a:lvl7pPr>
            <a:lvl8pPr>
              <a:defRPr sz="2175" b="0">
                <a:solidFill>
                  <a:srgbClr val="473229"/>
                </a:solidFill>
                <a:latin typeface="Segoe UI"/>
                <a:ea typeface="Segoe UI"/>
                <a:cs typeface="Segoe UI"/>
              </a:defRPr>
            </a:lvl8pPr>
            <a:lvl9pPr>
              <a:defRPr sz="2175" b="0">
                <a:solidFill>
                  <a:srgbClr val="473229"/>
                </a:solidFill>
                <a:latin typeface="Segoe UI"/>
                <a:ea typeface="Segoe UI"/>
                <a:cs typeface="Segoe UI"/>
              </a:defRPr>
            </a:lvl9pPr>
          </a:lstStyle>
          <a:p xmlns:a="http://schemas.openxmlformats.org/drawingml/2006/main">
            <a:pPr>
              <a:defRPr sz="2175" b="0">
                <a:solidFill>
                  <a:srgbClr val="473229"/>
                </a:solidFill>
                <a:latin typeface="Segoe UI"/>
                <a:ea typeface="Segoe UI"/>
                <a:cs typeface="Segoe UI"/>
              </a:defRPr>
            </a:pPr>
            <a:r>
              <a:rPr sz="2175" b="0">
                <a:solidFill>
                  <a:srgbClr val="473229"/>
                </a:solidFill>
                <a:latin typeface="Segoe UI"/>
                <a:ea typeface="Segoe UI"/>
                <a:cs typeface="Segoe UI"/>
              </a:rPr>
              <a:t>“I built and maintained a TypeScript billing dashboard for a client from January 2024 to January 2026.”</a:t>
            </a:r>
          </a:p>
        </p:txBody>
      </p:sp>
      <p:sp>
        <p:nvSpPr>
          <p:cNvPr id="23" name="">
            <a:extLst xmlns:a="http://schemas.openxmlformats.org/drawingml/2006/main">
              <a:ext uri="{FF2B5EF4-FFF2-40B4-BE49-F238E27FC236}">
                <a16:creationId xmlns:a16="http://schemas.microsoft.com/office/drawing/2014/main" id="{4381B564-C62A-44C6-AFFD-C417A8CC1D23}"/>
              </a:ext>
            </a:extLst>
          </p:cNvPr>
          <p:cNvSpPr>
            <a:spLocks xmlns:a="http://schemas.openxmlformats.org/drawingml/2006/main" noGrp="1"/>
          </p:cNvSpPr>
          <p:nvPr/>
        </p:nvSpPr>
        <p:spPr>
          <a:xfrm xmlns:a="http://schemas.openxmlformats.org/drawingml/2006/main">
            <a:off x="6324600" y="46101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806E60"/>
                </a:solidFill>
                <a:latin typeface="Segoe UI"/>
                <a:ea typeface="Segoe UI"/>
                <a:cs typeface="Segoe UI"/>
              </a:defRPr>
            </a:defPPr>
            <a:lvl1pPr>
              <a:defRPr sz="1725" b="0">
                <a:solidFill>
                  <a:srgbClr val="806E60"/>
                </a:solidFill>
                <a:latin typeface="Segoe UI"/>
                <a:ea typeface="Segoe UI"/>
                <a:cs typeface="Segoe UI"/>
              </a:defRPr>
            </a:lvl1pPr>
            <a:lvl2pPr>
              <a:defRPr sz="1725" b="0">
                <a:solidFill>
                  <a:srgbClr val="806E60"/>
                </a:solidFill>
                <a:latin typeface="Segoe UI"/>
                <a:ea typeface="Segoe UI"/>
                <a:cs typeface="Segoe UI"/>
              </a:defRPr>
            </a:lvl2pPr>
            <a:lvl3pPr>
              <a:defRPr sz="1725" b="0">
                <a:solidFill>
                  <a:srgbClr val="806E60"/>
                </a:solidFill>
                <a:latin typeface="Segoe UI"/>
                <a:ea typeface="Segoe UI"/>
                <a:cs typeface="Segoe UI"/>
              </a:defRPr>
            </a:lvl3pPr>
            <a:lvl4pPr>
              <a:defRPr sz="1725" b="0">
                <a:solidFill>
                  <a:srgbClr val="806E60"/>
                </a:solidFill>
                <a:latin typeface="Segoe UI"/>
                <a:ea typeface="Segoe UI"/>
                <a:cs typeface="Segoe UI"/>
              </a:defRPr>
            </a:lvl4pPr>
            <a:lvl5pPr>
              <a:defRPr sz="1725" b="0">
                <a:solidFill>
                  <a:srgbClr val="806E60"/>
                </a:solidFill>
                <a:latin typeface="Segoe UI"/>
                <a:ea typeface="Segoe UI"/>
                <a:cs typeface="Segoe UI"/>
              </a:defRPr>
            </a:lvl5pPr>
            <a:lvl6pPr>
              <a:defRPr sz="1725" b="0">
                <a:solidFill>
                  <a:srgbClr val="806E60"/>
                </a:solidFill>
                <a:latin typeface="Segoe UI"/>
                <a:ea typeface="Segoe UI"/>
                <a:cs typeface="Segoe UI"/>
              </a:defRPr>
            </a:lvl6pPr>
            <a:lvl7pPr>
              <a:defRPr sz="1725" b="0">
                <a:solidFill>
                  <a:srgbClr val="806E60"/>
                </a:solidFill>
                <a:latin typeface="Segoe UI"/>
                <a:ea typeface="Segoe UI"/>
                <a:cs typeface="Segoe UI"/>
              </a:defRPr>
            </a:lvl7pPr>
            <a:lvl8pPr>
              <a:defRPr sz="1725" b="0">
                <a:solidFill>
                  <a:srgbClr val="806E60"/>
                </a:solidFill>
                <a:latin typeface="Segoe UI"/>
                <a:ea typeface="Segoe UI"/>
                <a:cs typeface="Segoe UI"/>
              </a:defRPr>
            </a:lvl8pPr>
            <a:lvl9pPr>
              <a:defRPr sz="1725" b="0">
                <a:solidFill>
                  <a:srgbClr val="806E60"/>
                </a:solidFill>
                <a:latin typeface="Segoe UI"/>
                <a:ea typeface="Segoe UI"/>
                <a:cs typeface="Segoe UI"/>
              </a:defRPr>
            </a:lvl9pPr>
          </a:lstStyle>
          <a:p xmlns:a="http://schemas.openxmlformats.org/drawingml/2006/main">
            <a:pPr>
              <a:defRPr sz="1725" b="0">
                <a:solidFill>
                  <a:srgbClr val="806E60"/>
                </a:solidFill>
                <a:latin typeface="Segoe UI"/>
                <a:ea typeface="Segoe UI"/>
                <a:cs typeface="Segoe UI"/>
              </a:defRPr>
            </a:pPr>
            <a:r>
              <a:rPr sz="1725" b="0">
                <a:solidFill>
                  <a:srgbClr val="806E60"/>
                </a:solidFill>
                <a:latin typeface="Segoe UI"/>
                <a:ea typeface="Segoe UI"/>
                <a:cs typeface="Segoe UI"/>
              </a:rPr>
              <a:t>Attributed fictional interview answer</a:t>
            </a:r>
          </a:p>
        </p:txBody>
      </p:sp>
      <p:sp>
        <p:nvSpPr>
          <p:cNvPr id="24" name="">
            <a:extLst xmlns:a="http://schemas.openxmlformats.org/drawingml/2006/main">
              <a:ext uri="{FF2B5EF4-FFF2-40B4-BE49-F238E27FC236}">
                <a16:creationId xmlns:a16="http://schemas.microsoft.com/office/drawing/2014/main" id="{617F9124-4C6B-4D3E-A6AC-BFF74F530B42}"/>
              </a:ext>
            </a:extLst>
          </p:cNvPr>
          <p:cNvSpPr>
            <a:spLocks xmlns:a="http://schemas.openxmlformats.org/drawingml/2006/main" noGrp="1"/>
          </p:cNvSpPr>
          <p:nvPr/>
        </p:nvSpPr>
        <p:spPr>
          <a:xfrm xmlns:a="http://schemas.openxmlformats.org/drawingml/2006/main">
            <a:off x="609600" y="56388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84A3A"/>
                </a:solidFill>
                <a:latin typeface="Segoe UI"/>
                <a:ea typeface="Segoe UI"/>
                <a:cs typeface="Segoe UI"/>
              </a:defRPr>
            </a:defPPr>
            <a:lvl1pPr>
              <a:defRPr sz="1875" b="0">
                <a:solidFill>
                  <a:srgbClr val="684A3A"/>
                </a:solidFill>
                <a:latin typeface="Segoe UI"/>
                <a:ea typeface="Segoe UI"/>
                <a:cs typeface="Segoe UI"/>
              </a:defRPr>
            </a:lvl1pPr>
            <a:lvl2pPr>
              <a:defRPr sz="1875" b="0">
                <a:solidFill>
                  <a:srgbClr val="684A3A"/>
                </a:solidFill>
                <a:latin typeface="Segoe UI"/>
                <a:ea typeface="Segoe UI"/>
                <a:cs typeface="Segoe UI"/>
              </a:defRPr>
            </a:lvl2pPr>
            <a:lvl3pPr>
              <a:defRPr sz="1875" b="0">
                <a:solidFill>
                  <a:srgbClr val="684A3A"/>
                </a:solidFill>
                <a:latin typeface="Segoe UI"/>
                <a:ea typeface="Segoe UI"/>
                <a:cs typeface="Segoe UI"/>
              </a:defRPr>
            </a:lvl3pPr>
            <a:lvl4pPr>
              <a:defRPr sz="1875" b="0">
                <a:solidFill>
                  <a:srgbClr val="684A3A"/>
                </a:solidFill>
                <a:latin typeface="Segoe UI"/>
                <a:ea typeface="Segoe UI"/>
                <a:cs typeface="Segoe UI"/>
              </a:defRPr>
            </a:lvl4pPr>
            <a:lvl5pPr>
              <a:defRPr sz="1875" b="0">
                <a:solidFill>
                  <a:srgbClr val="684A3A"/>
                </a:solidFill>
                <a:latin typeface="Segoe UI"/>
                <a:ea typeface="Segoe UI"/>
                <a:cs typeface="Segoe UI"/>
              </a:defRPr>
            </a:lvl5pPr>
            <a:lvl6pPr>
              <a:defRPr sz="1875" b="0">
                <a:solidFill>
                  <a:srgbClr val="684A3A"/>
                </a:solidFill>
                <a:latin typeface="Segoe UI"/>
                <a:ea typeface="Segoe UI"/>
                <a:cs typeface="Segoe UI"/>
              </a:defRPr>
            </a:lvl6pPr>
            <a:lvl7pPr>
              <a:defRPr sz="1875" b="0">
                <a:solidFill>
                  <a:srgbClr val="684A3A"/>
                </a:solidFill>
                <a:latin typeface="Segoe UI"/>
                <a:ea typeface="Segoe UI"/>
                <a:cs typeface="Segoe UI"/>
              </a:defRPr>
            </a:lvl7pPr>
            <a:lvl8pPr>
              <a:defRPr sz="1875" b="0">
                <a:solidFill>
                  <a:srgbClr val="684A3A"/>
                </a:solidFill>
                <a:latin typeface="Segoe UI"/>
                <a:ea typeface="Segoe UI"/>
                <a:cs typeface="Segoe UI"/>
              </a:defRPr>
            </a:lvl8pPr>
            <a:lvl9pPr>
              <a:defRPr sz="1875" b="0">
                <a:solidFill>
                  <a:srgbClr val="684A3A"/>
                </a:solidFill>
                <a:latin typeface="Segoe UI"/>
                <a:ea typeface="Segoe UI"/>
                <a:cs typeface="Segoe UI"/>
              </a:defRPr>
            </a:lvl9pPr>
          </a:lstStyle>
          <a:p xmlns:a="http://schemas.openxmlformats.org/drawingml/2006/main">
            <a:pPr>
              <a:defRPr sz="1875" b="0">
                <a:solidFill>
                  <a:srgbClr val="684A3A"/>
                </a:solidFill>
                <a:latin typeface="Segoe UI"/>
                <a:ea typeface="Segoe UI"/>
                <a:cs typeface="Segoe UI"/>
              </a:defRPr>
            </a:pPr>
            <a:r>
              <a:rPr sz="1875" b="0">
                <a:solidFill>
                  <a:srgbClr val="684A3A"/>
                </a:solidFill>
                <a:latin typeface="Segoe UI"/>
                <a:ea typeface="Segoe UI"/>
                <a:cs typeface="Segoe UI"/>
              </a:rPr>
              <a:t>The original CV remains intact. The recruiter can inspect both sources.</a:t>
            </a:r>
          </a:p>
        </p:txBody>
      </p:sp>
    </p:spTree>
    <p:extLst>
      <p:ext uri="{BB962C8B-B14F-4D97-AF65-F5344CB8AC3E}">
        <p14:creationId xmlns:p14="http://schemas.microsoft.com/office/powerpoint/2010/main" val="434246575"/>
      </p:ext>
    </p:extLst>
  </p:cSld>
</p:sld>
</file>

<file path=ppt/slides/slide7.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3CD91E7-DB3E-4077-942E-DE07A4A31EC1}"/>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Earlier context remains useful in another role</a:t>
            </a:r>
          </a:p>
        </p:txBody>
      </p:sp>
      <p:sp>
        <p:nvSpPr>
          <p:cNvPr id="2" name="">
            <a:extLst xmlns:a="http://schemas.openxmlformats.org/drawingml/2006/main">
              <a:ext uri="{FF2B5EF4-FFF2-40B4-BE49-F238E27FC236}">
                <a16:creationId xmlns:a16="http://schemas.microsoft.com/office/drawing/2014/main" id="{DB9A9A18-ABE3-4B16-8EB0-F31F42ECB504}"/>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F66751-5090-4E9D-BA75-D99E199BC3A3}"/>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7811A426-23C2-46FC-B01A-CD0C7C028547}"/>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07</a:t>
            </a:r>
          </a:p>
        </p:txBody>
      </p:sp>
      <p:sp>
        <p:nvSpPr>
          <p:cNvPr id="15" name="">
            <a:extLst xmlns:a="http://schemas.openxmlformats.org/drawingml/2006/main">
              <a:ext uri="{FF2B5EF4-FFF2-40B4-BE49-F238E27FC236}">
                <a16:creationId xmlns:a16="http://schemas.microsoft.com/office/drawing/2014/main" id="{5B500EA8-40C9-4342-A080-9AE6494D72EC}"/>
              </a:ext>
            </a:extLst>
          </p:cNvPr>
          <p:cNvSpPr>
            <a:spLocks xmlns:a="http://schemas.openxmlformats.org/drawingml/2006/main" noGrp="1"/>
          </p:cNvSpPr>
          <p:nvPr/>
        </p:nvSpPr>
        <p:spPr>
          <a:xfrm xmlns:a="http://schemas.openxmlformats.org/drawingml/2006/main">
            <a:off x="609600" y="19240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defRPr sz="2400" b="1">
                <a:solidFill>
                  <a:srgbClr val="684A3A"/>
                </a:solidFill>
                <a:latin typeface="Segoe UI"/>
                <a:ea typeface="Segoe UI"/>
                <a:cs typeface="Segoe UI"/>
              </a:defRPr>
            </a:lvl1pPr>
            <a:lvl2pPr>
              <a:defRPr sz="2400" b="1">
                <a:solidFill>
                  <a:srgbClr val="684A3A"/>
                </a:solidFill>
                <a:latin typeface="Segoe UI"/>
                <a:ea typeface="Segoe UI"/>
                <a:cs typeface="Segoe UI"/>
              </a:defRPr>
            </a:lvl2pPr>
            <a:lvl3pPr>
              <a:defRPr sz="2400" b="1">
                <a:solidFill>
                  <a:srgbClr val="684A3A"/>
                </a:solidFill>
                <a:latin typeface="Segoe UI"/>
                <a:ea typeface="Segoe UI"/>
                <a:cs typeface="Segoe UI"/>
              </a:defRPr>
            </a:lvl3pPr>
            <a:lvl4pPr>
              <a:defRPr sz="2400" b="1">
                <a:solidFill>
                  <a:srgbClr val="684A3A"/>
                </a:solidFill>
                <a:latin typeface="Segoe UI"/>
                <a:ea typeface="Segoe UI"/>
                <a:cs typeface="Segoe UI"/>
              </a:defRPr>
            </a:lvl4pPr>
            <a:lvl5pPr>
              <a:defRPr sz="2400" b="1">
                <a:solidFill>
                  <a:srgbClr val="684A3A"/>
                </a:solidFill>
                <a:latin typeface="Segoe UI"/>
                <a:ea typeface="Segoe UI"/>
                <a:cs typeface="Segoe UI"/>
              </a:defRPr>
            </a:lvl5pPr>
            <a:lvl6pPr>
              <a:defRPr sz="2400" b="1">
                <a:solidFill>
                  <a:srgbClr val="684A3A"/>
                </a:solidFill>
                <a:latin typeface="Segoe UI"/>
                <a:ea typeface="Segoe UI"/>
                <a:cs typeface="Segoe UI"/>
              </a:defRPr>
            </a:lvl6pPr>
            <a:lvl7pPr>
              <a:defRPr sz="2400" b="1">
                <a:solidFill>
                  <a:srgbClr val="684A3A"/>
                </a:solidFill>
                <a:latin typeface="Segoe UI"/>
                <a:ea typeface="Segoe UI"/>
                <a:cs typeface="Segoe UI"/>
              </a:defRPr>
            </a:lvl7pPr>
            <a:lvl8pPr>
              <a:defRPr sz="2400" b="1">
                <a:solidFill>
                  <a:srgbClr val="684A3A"/>
                </a:solidFill>
                <a:latin typeface="Segoe UI"/>
                <a:ea typeface="Segoe UI"/>
                <a:cs typeface="Segoe UI"/>
              </a:defRPr>
            </a:lvl8pPr>
            <a:lvl9pPr>
              <a:defRPr sz="2400" b="1">
                <a:solidFill>
                  <a:srgbClr val="684A3A"/>
                </a:solidFill>
                <a:latin typeface="Segoe UI"/>
                <a:ea typeface="Segoe UI"/>
                <a:cs typeface="Segoe UI"/>
              </a:defRPr>
            </a:lvl9pPr>
          </a:lstStyle>
          <a:p xmlns:a="http://schemas.openxmlformats.org/drawingml/2006/main">
            <a:pPr>
              <a:defRPr sz="2400" b="1">
                <a:solidFill>
                  <a:srgbClr val="684A3A"/>
                </a:solidFill>
                <a:latin typeface="Segoe UI"/>
                <a:ea typeface="Segoe UI"/>
                <a:cs typeface="Segoe UI"/>
              </a:defRPr>
            </a:pPr>
            <a:r>
              <a:rPr sz="2400" b="1">
                <a:solidFill>
                  <a:srgbClr val="684A3A"/>
                </a:solidFill>
                <a:latin typeface="Segoe UI"/>
                <a:ea typeface="Segoe UI"/>
                <a:cs typeface="Segoe UI"/>
              </a:rPr>
              <a:t>Same role + current CVs</a:t>
            </a:r>
          </a:p>
        </p:txBody>
      </p:sp>
      <p:sp>
        <p:nvSpPr>
          <p:cNvPr id="16" name="">
            <a:extLst xmlns:a="http://schemas.openxmlformats.org/drawingml/2006/main">
              <a:ext uri="{FF2B5EF4-FFF2-40B4-BE49-F238E27FC236}">
                <a16:creationId xmlns:a16="http://schemas.microsoft.com/office/drawing/2014/main" id="{F9F8716A-F8BC-43A1-9DFC-7E1C2770208A}"/>
              </a:ext>
            </a:extLst>
          </p:cNvPr>
          <p:cNvSpPr>
            <a:spLocks xmlns:a="http://schemas.openxmlformats.org/drawingml/2006/main" noGrp="1"/>
          </p:cNvSpPr>
          <p:nvPr/>
        </p:nvSpPr>
        <p:spPr>
          <a:xfrm xmlns:a="http://schemas.openxmlformats.org/drawingml/2006/main">
            <a:off x="609600" y="2743200"/>
            <a:ext cx="5353050" cy="24669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550046-EC66-4B75-B4A4-5CC579C105C5}"/>
              </a:ext>
            </a:extLst>
          </p:cNvPr>
          <p:cNvSpPr>
            <a:spLocks xmlns:a="http://schemas.openxmlformats.org/drawingml/2006/main" noGrp="1"/>
          </p:cNvSpPr>
          <p:nvPr/>
        </p:nvSpPr>
        <p:spPr>
          <a:xfrm xmlns:a="http://schemas.openxmlformats.org/drawingml/2006/main">
            <a:off x="800100" y="292417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684A3A"/>
                </a:solidFill>
                <a:latin typeface="Segoe UI"/>
                <a:ea typeface="Segoe UI"/>
                <a:cs typeface="Segoe UI"/>
              </a:defRPr>
            </a:defPPr>
            <a:lvl1pPr>
              <a:defRPr sz="2100" b="1">
                <a:solidFill>
                  <a:srgbClr val="684A3A"/>
                </a:solidFill>
                <a:latin typeface="Segoe UI"/>
                <a:ea typeface="Segoe UI"/>
                <a:cs typeface="Segoe UI"/>
              </a:defRPr>
            </a:lvl1pPr>
            <a:lvl2pPr>
              <a:defRPr sz="2100" b="1">
                <a:solidFill>
                  <a:srgbClr val="684A3A"/>
                </a:solidFill>
                <a:latin typeface="Segoe UI"/>
                <a:ea typeface="Segoe UI"/>
                <a:cs typeface="Segoe UI"/>
              </a:defRPr>
            </a:lvl2pPr>
            <a:lvl3pPr>
              <a:defRPr sz="2100" b="1">
                <a:solidFill>
                  <a:srgbClr val="684A3A"/>
                </a:solidFill>
                <a:latin typeface="Segoe UI"/>
                <a:ea typeface="Segoe UI"/>
                <a:cs typeface="Segoe UI"/>
              </a:defRPr>
            </a:lvl3pPr>
            <a:lvl4pPr>
              <a:defRPr sz="2100" b="1">
                <a:solidFill>
                  <a:srgbClr val="684A3A"/>
                </a:solidFill>
                <a:latin typeface="Segoe UI"/>
                <a:ea typeface="Segoe UI"/>
                <a:cs typeface="Segoe UI"/>
              </a:defRPr>
            </a:lvl4pPr>
            <a:lvl5pPr>
              <a:defRPr sz="2100" b="1">
                <a:solidFill>
                  <a:srgbClr val="684A3A"/>
                </a:solidFill>
                <a:latin typeface="Segoe UI"/>
                <a:ea typeface="Segoe UI"/>
                <a:cs typeface="Segoe UI"/>
              </a:defRPr>
            </a:lvl5pPr>
            <a:lvl6pPr>
              <a:defRPr sz="2100" b="1">
                <a:solidFill>
                  <a:srgbClr val="684A3A"/>
                </a:solidFill>
                <a:latin typeface="Segoe UI"/>
                <a:ea typeface="Segoe UI"/>
                <a:cs typeface="Segoe UI"/>
              </a:defRPr>
            </a:lvl6pPr>
            <a:lvl7pPr>
              <a:defRPr sz="2100" b="1">
                <a:solidFill>
                  <a:srgbClr val="684A3A"/>
                </a:solidFill>
                <a:latin typeface="Segoe UI"/>
                <a:ea typeface="Segoe UI"/>
                <a:cs typeface="Segoe UI"/>
              </a:defRPr>
            </a:lvl7pPr>
            <a:lvl8pPr>
              <a:defRPr sz="2100" b="1">
                <a:solidFill>
                  <a:srgbClr val="684A3A"/>
                </a:solidFill>
                <a:latin typeface="Segoe UI"/>
                <a:ea typeface="Segoe UI"/>
                <a:cs typeface="Segoe UI"/>
              </a:defRPr>
            </a:lvl8pPr>
            <a:lvl9pPr>
              <a:defRPr sz="2100" b="1">
                <a:solidFill>
                  <a:srgbClr val="684A3A"/>
                </a:solidFill>
                <a:latin typeface="Segoe UI"/>
                <a:ea typeface="Segoe UI"/>
                <a:cs typeface="Segoe UI"/>
              </a:defRPr>
            </a:lvl9pPr>
          </a:lstStyle>
          <a:p xmlns:a="http://schemas.openxmlformats.org/drawingml/2006/main">
            <a:pPr>
              <a:defRPr sz="2100" b="1">
                <a:solidFill>
                  <a:srgbClr val="684A3A"/>
                </a:solidFill>
                <a:latin typeface="Segoe UI"/>
                <a:ea typeface="Segoe UI"/>
                <a:cs typeface="Segoe UI"/>
              </a:defRPr>
            </a:pPr>
            <a:r>
              <a:rPr sz="2100" b="1">
                <a:solidFill>
                  <a:srgbClr val="684A3A"/>
                </a:solidFill>
                <a:latin typeface="Segoe UI"/>
                <a:ea typeface="Segoe UI"/>
                <a:cs typeface="Segoe UI"/>
              </a:rPr>
              <a:t>Without earlier context</a:t>
            </a:r>
          </a:p>
        </p:txBody>
      </p:sp>
      <p:sp>
        <p:nvSpPr>
          <p:cNvPr id="18" name="">
            <a:extLst xmlns:a="http://schemas.openxmlformats.org/drawingml/2006/main">
              <a:ext uri="{FF2B5EF4-FFF2-40B4-BE49-F238E27FC236}">
                <a16:creationId xmlns:a16="http://schemas.microsoft.com/office/drawing/2014/main" id="{3DAA97EC-8162-4E25-95C7-41BE8A31F617}"/>
              </a:ext>
            </a:extLst>
          </p:cNvPr>
          <p:cNvSpPr>
            <a:spLocks xmlns:a="http://schemas.openxmlformats.org/drawingml/2006/main" noGrp="1"/>
          </p:cNvSpPr>
          <p:nvPr/>
        </p:nvSpPr>
        <p:spPr>
          <a:xfrm xmlns:a="http://schemas.openxmlformats.org/drawingml/2006/main">
            <a:off x="800100" y="3524250"/>
            <a:ext cx="4972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75" b="1">
                <a:solidFill>
                  <a:srgbClr val="473229"/>
                </a:solidFill>
                <a:latin typeface="Segoe UI"/>
                <a:ea typeface="Segoe UI"/>
                <a:cs typeface="Segoe UI"/>
              </a:defRPr>
            </a:defPPr>
            <a:lvl1pPr>
              <a:defRPr sz="3375" b="1">
                <a:solidFill>
                  <a:srgbClr val="473229"/>
                </a:solidFill>
                <a:latin typeface="Segoe UI"/>
                <a:ea typeface="Segoe UI"/>
                <a:cs typeface="Segoe UI"/>
              </a:defRPr>
            </a:lvl1pPr>
            <a:lvl2pPr>
              <a:defRPr sz="3375" b="1">
                <a:solidFill>
                  <a:srgbClr val="473229"/>
                </a:solidFill>
                <a:latin typeface="Segoe UI"/>
                <a:ea typeface="Segoe UI"/>
                <a:cs typeface="Segoe UI"/>
              </a:defRPr>
            </a:lvl2pPr>
            <a:lvl3pPr>
              <a:defRPr sz="3375" b="1">
                <a:solidFill>
                  <a:srgbClr val="473229"/>
                </a:solidFill>
                <a:latin typeface="Segoe UI"/>
                <a:ea typeface="Segoe UI"/>
                <a:cs typeface="Segoe UI"/>
              </a:defRPr>
            </a:lvl3pPr>
            <a:lvl4pPr>
              <a:defRPr sz="3375" b="1">
                <a:solidFill>
                  <a:srgbClr val="473229"/>
                </a:solidFill>
                <a:latin typeface="Segoe UI"/>
                <a:ea typeface="Segoe UI"/>
                <a:cs typeface="Segoe UI"/>
              </a:defRPr>
            </a:lvl4pPr>
            <a:lvl5pPr>
              <a:defRPr sz="3375" b="1">
                <a:solidFill>
                  <a:srgbClr val="473229"/>
                </a:solidFill>
                <a:latin typeface="Segoe UI"/>
                <a:ea typeface="Segoe UI"/>
                <a:cs typeface="Segoe UI"/>
              </a:defRPr>
            </a:lvl5pPr>
            <a:lvl6pPr>
              <a:defRPr sz="3375" b="1">
                <a:solidFill>
                  <a:srgbClr val="473229"/>
                </a:solidFill>
                <a:latin typeface="Segoe UI"/>
                <a:ea typeface="Segoe UI"/>
                <a:cs typeface="Segoe UI"/>
              </a:defRPr>
            </a:lvl6pPr>
            <a:lvl7pPr>
              <a:defRPr sz="3375" b="1">
                <a:solidFill>
                  <a:srgbClr val="473229"/>
                </a:solidFill>
                <a:latin typeface="Segoe UI"/>
                <a:ea typeface="Segoe UI"/>
                <a:cs typeface="Segoe UI"/>
              </a:defRPr>
            </a:lvl7pPr>
            <a:lvl8pPr>
              <a:defRPr sz="3375" b="1">
                <a:solidFill>
                  <a:srgbClr val="473229"/>
                </a:solidFill>
                <a:latin typeface="Segoe UI"/>
                <a:ea typeface="Segoe UI"/>
                <a:cs typeface="Segoe UI"/>
              </a:defRPr>
            </a:lvl8pPr>
            <a:lvl9pPr>
              <a:defRPr sz="3375" b="1">
                <a:solidFill>
                  <a:srgbClr val="473229"/>
                </a:solidFill>
                <a:latin typeface="Segoe UI"/>
                <a:ea typeface="Segoe UI"/>
                <a:cs typeface="Segoe UI"/>
              </a:defRPr>
            </a:lvl9pPr>
          </a:lstStyle>
          <a:p xmlns:a="http://schemas.openxmlformats.org/drawingml/2006/main">
            <a:pPr>
              <a:defRPr sz="3375" b="1">
                <a:solidFill>
                  <a:srgbClr val="473229"/>
                </a:solidFill>
                <a:latin typeface="Segoe UI"/>
                <a:ea typeface="Segoe UI"/>
                <a:cs typeface="Segoe UI"/>
              </a:defRPr>
            </a:pPr>
            <a:r>
              <a:rPr sz="3375" b="1">
                <a:solidFill>
                  <a:srgbClr val="473229"/>
                </a:solidFill>
                <a:latin typeface="Segoe UI"/>
                <a:ea typeface="Segoe UI"/>
                <a:cs typeface="Segoe UI"/>
              </a:rPr>
              <a:t>Unclear</a:t>
            </a:r>
          </a:p>
        </p:txBody>
      </p:sp>
      <p:sp>
        <p:nvSpPr>
          <p:cNvPr id="19" name="">
            <a:extLst xmlns:a="http://schemas.openxmlformats.org/drawingml/2006/main">
              <a:ext uri="{FF2B5EF4-FFF2-40B4-BE49-F238E27FC236}">
                <a16:creationId xmlns:a16="http://schemas.microsoft.com/office/drawing/2014/main" id="{6D8DEFA8-D21B-4DB9-B52F-619DD83523B4}"/>
              </a:ext>
            </a:extLst>
          </p:cNvPr>
          <p:cNvSpPr>
            <a:spLocks xmlns:a="http://schemas.openxmlformats.org/drawingml/2006/main" noGrp="1"/>
          </p:cNvSpPr>
          <p:nvPr/>
        </p:nvSpPr>
        <p:spPr>
          <a:xfrm xmlns:a="http://schemas.openxmlformats.org/drawingml/2006/main">
            <a:off x="800100" y="4276725"/>
            <a:ext cx="49720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defRPr sz="1875" b="0">
                <a:solidFill>
                  <a:srgbClr val="473229"/>
                </a:solidFill>
                <a:latin typeface="Segoe UI"/>
                <a:ea typeface="Segoe UI"/>
                <a:cs typeface="Segoe UI"/>
              </a:defRPr>
            </a:lvl1pPr>
            <a:lvl2pPr>
              <a:defRPr sz="1875" b="0">
                <a:solidFill>
                  <a:srgbClr val="473229"/>
                </a:solidFill>
                <a:latin typeface="Segoe UI"/>
                <a:ea typeface="Segoe UI"/>
                <a:cs typeface="Segoe UI"/>
              </a:defRPr>
            </a:lvl2pPr>
            <a:lvl3pPr>
              <a:defRPr sz="1875" b="0">
                <a:solidFill>
                  <a:srgbClr val="473229"/>
                </a:solidFill>
                <a:latin typeface="Segoe UI"/>
                <a:ea typeface="Segoe UI"/>
                <a:cs typeface="Segoe UI"/>
              </a:defRPr>
            </a:lvl3pPr>
            <a:lvl4pPr>
              <a:defRPr sz="1875" b="0">
                <a:solidFill>
                  <a:srgbClr val="473229"/>
                </a:solidFill>
                <a:latin typeface="Segoe UI"/>
                <a:ea typeface="Segoe UI"/>
                <a:cs typeface="Segoe UI"/>
              </a:defRPr>
            </a:lvl4pPr>
            <a:lvl5pPr>
              <a:defRPr sz="1875" b="0">
                <a:solidFill>
                  <a:srgbClr val="473229"/>
                </a:solidFill>
                <a:latin typeface="Segoe UI"/>
                <a:ea typeface="Segoe UI"/>
                <a:cs typeface="Segoe UI"/>
              </a:defRPr>
            </a:lvl5pPr>
            <a:lvl6pPr>
              <a:defRPr sz="1875" b="0">
                <a:solidFill>
                  <a:srgbClr val="473229"/>
                </a:solidFill>
                <a:latin typeface="Segoe UI"/>
                <a:ea typeface="Segoe UI"/>
                <a:cs typeface="Segoe UI"/>
              </a:defRPr>
            </a:lvl6pPr>
            <a:lvl7pPr>
              <a:defRPr sz="1875" b="0">
                <a:solidFill>
                  <a:srgbClr val="473229"/>
                </a:solidFill>
                <a:latin typeface="Segoe UI"/>
                <a:ea typeface="Segoe UI"/>
                <a:cs typeface="Segoe UI"/>
              </a:defRPr>
            </a:lvl7pPr>
            <a:lvl8pPr>
              <a:defRPr sz="1875" b="0">
                <a:solidFill>
                  <a:srgbClr val="473229"/>
                </a:solidFill>
                <a:latin typeface="Segoe UI"/>
                <a:ea typeface="Segoe UI"/>
                <a:cs typeface="Segoe UI"/>
              </a:defRPr>
            </a:lvl8pPr>
            <a:lvl9pPr>
              <a:defRPr sz="1875" b="0">
                <a:solidFill>
                  <a:srgbClr val="473229"/>
                </a:solidFill>
                <a:latin typeface="Segoe UI"/>
                <a:ea typeface="Segoe UI"/>
                <a:cs typeface="Segoe UI"/>
              </a:defRPr>
            </a:lvl9pPr>
          </a:lstStyle>
          <a:p xmlns:a="http://schemas.openxmlformats.org/drawingml/2006/main">
            <a:pPr>
              <a:defRPr sz="1875" b="0">
                <a:solidFill>
                  <a:srgbClr val="473229"/>
                </a:solidFill>
                <a:latin typeface="Segoe UI"/>
                <a:ea typeface="Segoe UI"/>
                <a:cs typeface="Segoe UI"/>
              </a:defRPr>
            </a:pPr>
            <a:r>
              <a:rPr sz="1875" b="0">
                <a:solidFill>
                  <a:srgbClr val="473229"/>
                </a:solidFill>
                <a:latin typeface="Segoe UI"/>
                <a:ea typeface="Segoe UI"/>
                <a:cs typeface="Segoe UI"/>
              </a:rPr>
              <a:t>Only the CV’s interest in learning TypeScript is available.</a:t>
            </a:r>
          </a:p>
        </p:txBody>
      </p:sp>
      <p:sp>
        <p:nvSpPr>
          <p:cNvPr id="20" name="">
            <a:extLst xmlns:a="http://schemas.openxmlformats.org/drawingml/2006/main">
              <a:ext uri="{FF2B5EF4-FFF2-40B4-BE49-F238E27FC236}">
                <a16:creationId xmlns:a16="http://schemas.microsoft.com/office/drawing/2014/main" id="{61E1AFB5-2644-4BA8-9340-B5CDA5FA8902}"/>
              </a:ext>
            </a:extLst>
          </p:cNvPr>
          <p:cNvSpPr>
            <a:spLocks xmlns:a="http://schemas.openxmlformats.org/drawingml/2006/main" noGrp="1"/>
          </p:cNvSpPr>
          <p:nvPr/>
        </p:nvSpPr>
        <p:spPr>
          <a:xfrm xmlns:a="http://schemas.openxmlformats.org/drawingml/2006/main">
            <a:off x="6229350" y="2743200"/>
            <a:ext cx="5353050" cy="24669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A2780DE-4790-47F7-A436-803997C62CA5}"/>
              </a:ext>
            </a:extLst>
          </p:cNvPr>
          <p:cNvSpPr>
            <a:spLocks xmlns:a="http://schemas.openxmlformats.org/drawingml/2006/main" noGrp="1"/>
          </p:cNvSpPr>
          <p:nvPr/>
        </p:nvSpPr>
        <p:spPr>
          <a:xfrm xmlns:a="http://schemas.openxmlformats.org/drawingml/2006/main">
            <a:off x="6419850" y="292417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684A3A"/>
                </a:solidFill>
                <a:latin typeface="Segoe UI"/>
                <a:ea typeface="Segoe UI"/>
                <a:cs typeface="Segoe UI"/>
              </a:defRPr>
            </a:defPPr>
            <a:lvl1pPr>
              <a:defRPr sz="2100" b="1">
                <a:solidFill>
                  <a:srgbClr val="684A3A"/>
                </a:solidFill>
                <a:latin typeface="Segoe UI"/>
                <a:ea typeface="Segoe UI"/>
                <a:cs typeface="Segoe UI"/>
              </a:defRPr>
            </a:lvl1pPr>
            <a:lvl2pPr>
              <a:defRPr sz="2100" b="1">
                <a:solidFill>
                  <a:srgbClr val="684A3A"/>
                </a:solidFill>
                <a:latin typeface="Segoe UI"/>
                <a:ea typeface="Segoe UI"/>
                <a:cs typeface="Segoe UI"/>
              </a:defRPr>
            </a:lvl2pPr>
            <a:lvl3pPr>
              <a:defRPr sz="2100" b="1">
                <a:solidFill>
                  <a:srgbClr val="684A3A"/>
                </a:solidFill>
                <a:latin typeface="Segoe UI"/>
                <a:ea typeface="Segoe UI"/>
                <a:cs typeface="Segoe UI"/>
              </a:defRPr>
            </a:lvl3pPr>
            <a:lvl4pPr>
              <a:defRPr sz="2100" b="1">
                <a:solidFill>
                  <a:srgbClr val="684A3A"/>
                </a:solidFill>
                <a:latin typeface="Segoe UI"/>
                <a:ea typeface="Segoe UI"/>
                <a:cs typeface="Segoe UI"/>
              </a:defRPr>
            </a:lvl4pPr>
            <a:lvl5pPr>
              <a:defRPr sz="2100" b="1">
                <a:solidFill>
                  <a:srgbClr val="684A3A"/>
                </a:solidFill>
                <a:latin typeface="Segoe UI"/>
                <a:ea typeface="Segoe UI"/>
                <a:cs typeface="Segoe UI"/>
              </a:defRPr>
            </a:lvl5pPr>
            <a:lvl6pPr>
              <a:defRPr sz="2100" b="1">
                <a:solidFill>
                  <a:srgbClr val="684A3A"/>
                </a:solidFill>
                <a:latin typeface="Segoe UI"/>
                <a:ea typeface="Segoe UI"/>
                <a:cs typeface="Segoe UI"/>
              </a:defRPr>
            </a:lvl6pPr>
            <a:lvl7pPr>
              <a:defRPr sz="2100" b="1">
                <a:solidFill>
                  <a:srgbClr val="684A3A"/>
                </a:solidFill>
                <a:latin typeface="Segoe UI"/>
                <a:ea typeface="Segoe UI"/>
                <a:cs typeface="Segoe UI"/>
              </a:defRPr>
            </a:lvl7pPr>
            <a:lvl8pPr>
              <a:defRPr sz="2100" b="1">
                <a:solidFill>
                  <a:srgbClr val="684A3A"/>
                </a:solidFill>
                <a:latin typeface="Segoe UI"/>
                <a:ea typeface="Segoe UI"/>
                <a:cs typeface="Segoe UI"/>
              </a:defRPr>
            </a:lvl8pPr>
            <a:lvl9pPr>
              <a:defRPr sz="2100" b="1">
                <a:solidFill>
                  <a:srgbClr val="684A3A"/>
                </a:solidFill>
                <a:latin typeface="Segoe UI"/>
                <a:ea typeface="Segoe UI"/>
                <a:cs typeface="Segoe UI"/>
              </a:defRPr>
            </a:lvl9pPr>
          </a:lstStyle>
          <a:p xmlns:a="http://schemas.openxmlformats.org/drawingml/2006/main">
            <a:pPr>
              <a:defRPr sz="2100" b="1">
                <a:solidFill>
                  <a:srgbClr val="684A3A"/>
                </a:solidFill>
                <a:latin typeface="Segoe UI"/>
                <a:ea typeface="Segoe UI"/>
                <a:cs typeface="Segoe UI"/>
              </a:defRPr>
            </a:pPr>
            <a:r>
              <a:rPr sz="2100" b="1">
                <a:solidFill>
                  <a:srgbClr val="684A3A"/>
                </a:solidFill>
                <a:latin typeface="Segoe UI"/>
                <a:ea typeface="Segoe UI"/>
                <a:cs typeface="Segoe UI"/>
              </a:rPr>
              <a:t>With H-MEM after restart</a:t>
            </a:r>
          </a:p>
        </p:txBody>
      </p:sp>
      <p:sp>
        <p:nvSpPr>
          <p:cNvPr id="22" name="">
            <a:extLst xmlns:a="http://schemas.openxmlformats.org/drawingml/2006/main">
              <a:ext uri="{FF2B5EF4-FFF2-40B4-BE49-F238E27FC236}">
                <a16:creationId xmlns:a16="http://schemas.microsoft.com/office/drawing/2014/main" id="{B3F6F314-D46E-4F95-8FC2-E5F42323DF01}"/>
              </a:ext>
            </a:extLst>
          </p:cNvPr>
          <p:cNvSpPr>
            <a:spLocks xmlns:a="http://schemas.openxmlformats.org/drawingml/2006/main" noGrp="1"/>
          </p:cNvSpPr>
          <p:nvPr/>
        </p:nvSpPr>
        <p:spPr>
          <a:xfrm xmlns:a="http://schemas.openxmlformats.org/drawingml/2006/main">
            <a:off x="6419850" y="3524250"/>
            <a:ext cx="4972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75" b="1">
                <a:solidFill>
                  <a:srgbClr val="473229"/>
                </a:solidFill>
                <a:latin typeface="Segoe UI"/>
                <a:ea typeface="Segoe UI"/>
                <a:cs typeface="Segoe UI"/>
              </a:defRPr>
            </a:defPPr>
            <a:lvl1pPr>
              <a:defRPr sz="3375" b="1">
                <a:solidFill>
                  <a:srgbClr val="473229"/>
                </a:solidFill>
                <a:latin typeface="Segoe UI"/>
                <a:ea typeface="Segoe UI"/>
                <a:cs typeface="Segoe UI"/>
              </a:defRPr>
            </a:lvl1pPr>
            <a:lvl2pPr>
              <a:defRPr sz="3375" b="1">
                <a:solidFill>
                  <a:srgbClr val="473229"/>
                </a:solidFill>
                <a:latin typeface="Segoe UI"/>
                <a:ea typeface="Segoe UI"/>
                <a:cs typeface="Segoe UI"/>
              </a:defRPr>
            </a:lvl2pPr>
            <a:lvl3pPr>
              <a:defRPr sz="3375" b="1">
                <a:solidFill>
                  <a:srgbClr val="473229"/>
                </a:solidFill>
                <a:latin typeface="Segoe UI"/>
                <a:ea typeface="Segoe UI"/>
                <a:cs typeface="Segoe UI"/>
              </a:defRPr>
            </a:lvl3pPr>
            <a:lvl4pPr>
              <a:defRPr sz="3375" b="1">
                <a:solidFill>
                  <a:srgbClr val="473229"/>
                </a:solidFill>
                <a:latin typeface="Segoe UI"/>
                <a:ea typeface="Segoe UI"/>
                <a:cs typeface="Segoe UI"/>
              </a:defRPr>
            </a:lvl4pPr>
            <a:lvl5pPr>
              <a:defRPr sz="3375" b="1">
                <a:solidFill>
                  <a:srgbClr val="473229"/>
                </a:solidFill>
                <a:latin typeface="Segoe UI"/>
                <a:ea typeface="Segoe UI"/>
                <a:cs typeface="Segoe UI"/>
              </a:defRPr>
            </a:lvl5pPr>
            <a:lvl6pPr>
              <a:defRPr sz="3375" b="1">
                <a:solidFill>
                  <a:srgbClr val="473229"/>
                </a:solidFill>
                <a:latin typeface="Segoe UI"/>
                <a:ea typeface="Segoe UI"/>
                <a:cs typeface="Segoe UI"/>
              </a:defRPr>
            </a:lvl6pPr>
            <a:lvl7pPr>
              <a:defRPr sz="3375" b="1">
                <a:solidFill>
                  <a:srgbClr val="473229"/>
                </a:solidFill>
                <a:latin typeface="Segoe UI"/>
                <a:ea typeface="Segoe UI"/>
                <a:cs typeface="Segoe UI"/>
              </a:defRPr>
            </a:lvl7pPr>
            <a:lvl8pPr>
              <a:defRPr sz="3375" b="1">
                <a:solidFill>
                  <a:srgbClr val="473229"/>
                </a:solidFill>
                <a:latin typeface="Segoe UI"/>
                <a:ea typeface="Segoe UI"/>
                <a:cs typeface="Segoe UI"/>
              </a:defRPr>
            </a:lvl8pPr>
            <a:lvl9pPr>
              <a:defRPr sz="3375" b="1">
                <a:solidFill>
                  <a:srgbClr val="473229"/>
                </a:solidFill>
                <a:latin typeface="Segoe UI"/>
                <a:ea typeface="Segoe UI"/>
                <a:cs typeface="Segoe UI"/>
              </a:defRPr>
            </a:lvl9pPr>
          </a:lstStyle>
          <a:p xmlns:a="http://schemas.openxmlformats.org/drawingml/2006/main">
            <a:pPr>
              <a:defRPr sz="3375" b="1">
                <a:solidFill>
                  <a:srgbClr val="473229"/>
                </a:solidFill>
                <a:latin typeface="Segoe UI"/>
                <a:ea typeface="Segoe UI"/>
                <a:cs typeface="Segoe UI"/>
              </a:defRPr>
            </a:pPr>
            <a:r>
              <a:rPr sz="3375" b="1">
                <a:solidFill>
                  <a:srgbClr val="473229"/>
                </a:solidFill>
                <a:latin typeface="Segoe UI"/>
                <a:ea typeface="Segoe UI"/>
                <a:cs typeface="Segoe UI"/>
              </a:rPr>
              <a:t>Supported</a:t>
            </a:r>
          </a:p>
        </p:txBody>
      </p:sp>
      <p:sp>
        <p:nvSpPr>
          <p:cNvPr id="23" name="">
            <a:extLst xmlns:a="http://schemas.openxmlformats.org/drawingml/2006/main">
              <a:ext uri="{FF2B5EF4-FFF2-40B4-BE49-F238E27FC236}">
                <a16:creationId xmlns:a16="http://schemas.microsoft.com/office/drawing/2014/main" id="{6E23AEC6-9A77-4A09-B080-88FF0475D121}"/>
              </a:ext>
            </a:extLst>
          </p:cNvPr>
          <p:cNvSpPr>
            <a:spLocks xmlns:a="http://schemas.openxmlformats.org/drawingml/2006/main" noGrp="1"/>
          </p:cNvSpPr>
          <p:nvPr/>
        </p:nvSpPr>
        <p:spPr>
          <a:xfrm xmlns:a="http://schemas.openxmlformats.org/drawingml/2006/main">
            <a:off x="6419850" y="4276725"/>
            <a:ext cx="49720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defRPr sz="1875" b="0">
                <a:solidFill>
                  <a:srgbClr val="473229"/>
                </a:solidFill>
                <a:latin typeface="Segoe UI"/>
                <a:ea typeface="Segoe UI"/>
                <a:cs typeface="Segoe UI"/>
              </a:defRPr>
            </a:lvl1pPr>
            <a:lvl2pPr>
              <a:defRPr sz="1875" b="0">
                <a:solidFill>
                  <a:srgbClr val="473229"/>
                </a:solidFill>
                <a:latin typeface="Segoe UI"/>
                <a:ea typeface="Segoe UI"/>
                <a:cs typeface="Segoe UI"/>
              </a:defRPr>
            </a:lvl2pPr>
            <a:lvl3pPr>
              <a:defRPr sz="1875" b="0">
                <a:solidFill>
                  <a:srgbClr val="473229"/>
                </a:solidFill>
                <a:latin typeface="Segoe UI"/>
                <a:ea typeface="Segoe UI"/>
                <a:cs typeface="Segoe UI"/>
              </a:defRPr>
            </a:lvl3pPr>
            <a:lvl4pPr>
              <a:defRPr sz="1875" b="0">
                <a:solidFill>
                  <a:srgbClr val="473229"/>
                </a:solidFill>
                <a:latin typeface="Segoe UI"/>
                <a:ea typeface="Segoe UI"/>
                <a:cs typeface="Segoe UI"/>
              </a:defRPr>
            </a:lvl4pPr>
            <a:lvl5pPr>
              <a:defRPr sz="1875" b="0">
                <a:solidFill>
                  <a:srgbClr val="473229"/>
                </a:solidFill>
                <a:latin typeface="Segoe UI"/>
                <a:ea typeface="Segoe UI"/>
                <a:cs typeface="Segoe UI"/>
              </a:defRPr>
            </a:lvl5pPr>
            <a:lvl6pPr>
              <a:defRPr sz="1875" b="0">
                <a:solidFill>
                  <a:srgbClr val="473229"/>
                </a:solidFill>
                <a:latin typeface="Segoe UI"/>
                <a:ea typeface="Segoe UI"/>
                <a:cs typeface="Segoe UI"/>
              </a:defRPr>
            </a:lvl6pPr>
            <a:lvl7pPr>
              <a:defRPr sz="1875" b="0">
                <a:solidFill>
                  <a:srgbClr val="473229"/>
                </a:solidFill>
                <a:latin typeface="Segoe UI"/>
                <a:ea typeface="Segoe UI"/>
                <a:cs typeface="Segoe UI"/>
              </a:defRPr>
            </a:lvl7pPr>
            <a:lvl8pPr>
              <a:defRPr sz="1875" b="0">
                <a:solidFill>
                  <a:srgbClr val="473229"/>
                </a:solidFill>
                <a:latin typeface="Segoe UI"/>
                <a:ea typeface="Segoe UI"/>
                <a:cs typeface="Segoe UI"/>
              </a:defRPr>
            </a:lvl8pPr>
            <a:lvl9pPr>
              <a:defRPr sz="1875" b="0">
                <a:solidFill>
                  <a:srgbClr val="473229"/>
                </a:solidFill>
                <a:latin typeface="Segoe UI"/>
                <a:ea typeface="Segoe UI"/>
                <a:cs typeface="Segoe UI"/>
              </a:defRPr>
            </a:lvl9pPr>
          </a:lstStyle>
          <a:p xmlns:a="http://schemas.openxmlformats.org/drawingml/2006/main">
            <a:pPr>
              <a:defRPr sz="1875" b="0">
                <a:solidFill>
                  <a:srgbClr val="473229"/>
                </a:solidFill>
                <a:latin typeface="Segoe UI"/>
                <a:ea typeface="Segoe UI"/>
                <a:cs typeface="Segoe UI"/>
              </a:defRPr>
            </a:pPr>
            <a:r>
              <a:rPr sz="1875" b="0">
                <a:solidFill>
                  <a:srgbClr val="473229"/>
                </a:solidFill>
                <a:latin typeface="Segoe UI"/>
                <a:ea typeface="Segoe UI"/>
                <a:cs typeface="Segoe UI"/>
              </a:rPr>
              <a:t>The prior attributed answer is retrieved and cited in the new report.</a:t>
            </a:r>
          </a:p>
        </p:txBody>
      </p:sp>
      <p:sp>
        <p:nvSpPr>
          <p:cNvPr id="24" name="">
            <a:extLst xmlns:a="http://schemas.openxmlformats.org/drawingml/2006/main">
              <a:ext uri="{FF2B5EF4-FFF2-40B4-BE49-F238E27FC236}">
                <a16:creationId xmlns:a16="http://schemas.microsoft.com/office/drawing/2014/main" id="{42930E82-56AE-4258-8B56-F1F7D49CB497}"/>
              </a:ext>
            </a:extLst>
          </p:cNvPr>
          <p:cNvSpPr>
            <a:spLocks xmlns:a="http://schemas.openxmlformats.org/drawingml/2006/main" noGrp="1"/>
          </p:cNvSpPr>
          <p:nvPr/>
        </p:nvSpPr>
        <p:spPr>
          <a:xfrm xmlns:a="http://schemas.openxmlformats.org/drawingml/2006/main">
            <a:off x="609600" y="56388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806E60"/>
                </a:solidFill>
                <a:latin typeface="Segoe UI"/>
                <a:ea typeface="Segoe UI"/>
                <a:cs typeface="Segoe UI"/>
              </a:defRPr>
            </a:defPPr>
            <a:lvl1pPr>
              <a:defRPr sz="1875" b="0">
                <a:solidFill>
                  <a:srgbClr val="806E60"/>
                </a:solidFill>
                <a:latin typeface="Segoe UI"/>
                <a:ea typeface="Segoe UI"/>
                <a:cs typeface="Segoe UI"/>
              </a:defRPr>
            </a:lvl1pPr>
            <a:lvl2pPr>
              <a:defRPr sz="1875" b="0">
                <a:solidFill>
                  <a:srgbClr val="806E60"/>
                </a:solidFill>
                <a:latin typeface="Segoe UI"/>
                <a:ea typeface="Segoe UI"/>
                <a:cs typeface="Segoe UI"/>
              </a:defRPr>
            </a:lvl2pPr>
            <a:lvl3pPr>
              <a:defRPr sz="1875" b="0">
                <a:solidFill>
                  <a:srgbClr val="806E60"/>
                </a:solidFill>
                <a:latin typeface="Segoe UI"/>
                <a:ea typeface="Segoe UI"/>
                <a:cs typeface="Segoe UI"/>
              </a:defRPr>
            </a:lvl3pPr>
            <a:lvl4pPr>
              <a:defRPr sz="1875" b="0">
                <a:solidFill>
                  <a:srgbClr val="806E60"/>
                </a:solidFill>
                <a:latin typeface="Segoe UI"/>
                <a:ea typeface="Segoe UI"/>
                <a:cs typeface="Segoe UI"/>
              </a:defRPr>
            </a:lvl4pPr>
            <a:lvl5pPr>
              <a:defRPr sz="1875" b="0">
                <a:solidFill>
                  <a:srgbClr val="806E60"/>
                </a:solidFill>
                <a:latin typeface="Segoe UI"/>
                <a:ea typeface="Segoe UI"/>
                <a:cs typeface="Segoe UI"/>
              </a:defRPr>
            </a:lvl5pPr>
            <a:lvl6pPr>
              <a:defRPr sz="1875" b="0">
                <a:solidFill>
                  <a:srgbClr val="806E60"/>
                </a:solidFill>
                <a:latin typeface="Segoe UI"/>
                <a:ea typeface="Segoe UI"/>
                <a:cs typeface="Segoe UI"/>
              </a:defRPr>
            </a:lvl6pPr>
            <a:lvl7pPr>
              <a:defRPr sz="1875" b="0">
                <a:solidFill>
                  <a:srgbClr val="806E60"/>
                </a:solidFill>
                <a:latin typeface="Segoe UI"/>
                <a:ea typeface="Segoe UI"/>
                <a:cs typeface="Segoe UI"/>
              </a:defRPr>
            </a:lvl7pPr>
            <a:lvl8pPr>
              <a:defRPr sz="1875" b="0">
                <a:solidFill>
                  <a:srgbClr val="806E60"/>
                </a:solidFill>
                <a:latin typeface="Segoe UI"/>
                <a:ea typeface="Segoe UI"/>
                <a:cs typeface="Segoe UI"/>
              </a:defRPr>
            </a:lvl8pPr>
            <a:lvl9pPr>
              <a:defRPr sz="1875" b="0">
                <a:solidFill>
                  <a:srgbClr val="806E60"/>
                </a:solidFill>
                <a:latin typeface="Segoe UI"/>
                <a:ea typeface="Segoe UI"/>
                <a:cs typeface="Segoe UI"/>
              </a:defRPr>
            </a:lvl9pPr>
          </a:lstStyle>
          <a:p xmlns:a="http://schemas.openxmlformats.org/drawingml/2006/main">
            <a:pPr>
              <a:defRPr sz="1875" b="0">
                <a:solidFill>
                  <a:srgbClr val="806E60"/>
                </a:solidFill>
                <a:latin typeface="Segoe UI"/>
                <a:ea typeface="Segoe UI"/>
                <a:cs typeface="Segoe UI"/>
              </a:defRPr>
            </a:pPr>
            <a:r>
              <a:rPr sz="1875" b="0">
                <a:solidFill>
                  <a:srgbClr val="806E60"/>
                </a:solidFill>
                <a:latin typeface="Segoe UI"/>
                <a:ea typeface="Segoe UI"/>
                <a:cs typeface="Segoe UI"/>
              </a:rPr>
              <a:t>One recorded comparison. Sources and receipts are available in the repository.</a:t>
            </a:r>
          </a:p>
        </p:txBody>
      </p:sp>
    </p:spTree>
    <p:extLst>
      <p:ext uri="{BB962C8B-B14F-4D97-AF65-F5344CB8AC3E}">
        <p14:creationId xmlns:p14="http://schemas.microsoft.com/office/powerpoint/2010/main" val="2017960849"/>
      </p:ext>
    </p:extLst>
  </p:cSld>
</p:sld>
</file>

<file path=ppt/slides/slide8.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AD95FB-24ED-47C1-AD68-064C9EA8008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Small, reproducible quality checks</a:t>
            </a:r>
          </a:p>
        </p:txBody>
      </p:sp>
      <p:sp>
        <p:nvSpPr>
          <p:cNvPr id="2" name="">
            <a:extLst xmlns:a="http://schemas.openxmlformats.org/drawingml/2006/main">
              <a:ext uri="{FF2B5EF4-FFF2-40B4-BE49-F238E27FC236}">
                <a16:creationId xmlns:a16="http://schemas.microsoft.com/office/drawing/2014/main" id="{4D73E130-3040-4D76-BEFD-BFE2C6825215}"/>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45FA1D-02BA-4EFC-8B32-65831BCC963A}"/>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19AB6420-C14E-4B06-8F20-01C1E133D0F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08</a:t>
            </a:r>
          </a:p>
        </p:txBody>
      </p:sp>
      <p:sp>
        <p:nvSpPr>
          <p:cNvPr id="14" name="">
            <a:extLst xmlns:a="http://schemas.openxmlformats.org/drawingml/2006/main">
              <a:ext uri="{FF2B5EF4-FFF2-40B4-BE49-F238E27FC236}">
                <a16:creationId xmlns:a16="http://schemas.microsoft.com/office/drawing/2014/main" id="{B3EACA35-9930-4A3C-932C-8D430CA54DE2}"/>
              </a:ext>
            </a:extLst>
          </p:cNvPr>
          <p:cNvSpPr>
            <a:spLocks xmlns:a="http://schemas.openxmlformats.org/drawingml/2006/main" noGrp="1"/>
          </p:cNvSpPr>
          <p:nvPr/>
        </p:nvSpPr>
        <p:spPr>
          <a:xfrm xmlns:a="http://schemas.openxmlformats.org/drawingml/2006/main">
            <a:off x="609600"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defRPr sz="5850" b="1">
                <a:solidFill>
                  <a:srgbClr val="684A3A"/>
                </a:solidFill>
                <a:latin typeface="Segoe UI"/>
                <a:ea typeface="Segoe UI"/>
                <a:cs typeface="Segoe UI"/>
              </a:defRPr>
            </a:lvl1pPr>
            <a:lvl2pPr>
              <a:defRPr sz="5850" b="1">
                <a:solidFill>
                  <a:srgbClr val="684A3A"/>
                </a:solidFill>
                <a:latin typeface="Segoe UI"/>
                <a:ea typeface="Segoe UI"/>
                <a:cs typeface="Segoe UI"/>
              </a:defRPr>
            </a:lvl2pPr>
            <a:lvl3pPr>
              <a:defRPr sz="5850" b="1">
                <a:solidFill>
                  <a:srgbClr val="684A3A"/>
                </a:solidFill>
                <a:latin typeface="Segoe UI"/>
                <a:ea typeface="Segoe UI"/>
                <a:cs typeface="Segoe UI"/>
              </a:defRPr>
            </a:lvl3pPr>
            <a:lvl4pPr>
              <a:defRPr sz="5850" b="1">
                <a:solidFill>
                  <a:srgbClr val="684A3A"/>
                </a:solidFill>
                <a:latin typeface="Segoe UI"/>
                <a:ea typeface="Segoe UI"/>
                <a:cs typeface="Segoe UI"/>
              </a:defRPr>
            </a:lvl4pPr>
            <a:lvl5pPr>
              <a:defRPr sz="5850" b="1">
                <a:solidFill>
                  <a:srgbClr val="684A3A"/>
                </a:solidFill>
                <a:latin typeface="Segoe UI"/>
                <a:ea typeface="Segoe UI"/>
                <a:cs typeface="Segoe UI"/>
              </a:defRPr>
            </a:lvl5pPr>
            <a:lvl6pPr>
              <a:defRPr sz="5850" b="1">
                <a:solidFill>
                  <a:srgbClr val="684A3A"/>
                </a:solidFill>
                <a:latin typeface="Segoe UI"/>
                <a:ea typeface="Segoe UI"/>
                <a:cs typeface="Segoe UI"/>
              </a:defRPr>
            </a:lvl6pPr>
            <a:lvl7pPr>
              <a:defRPr sz="5850" b="1">
                <a:solidFill>
                  <a:srgbClr val="684A3A"/>
                </a:solidFill>
                <a:latin typeface="Segoe UI"/>
                <a:ea typeface="Segoe UI"/>
                <a:cs typeface="Segoe UI"/>
              </a:defRPr>
            </a:lvl7pPr>
            <a:lvl8pPr>
              <a:defRPr sz="5850" b="1">
                <a:solidFill>
                  <a:srgbClr val="684A3A"/>
                </a:solidFill>
                <a:latin typeface="Segoe UI"/>
                <a:ea typeface="Segoe UI"/>
                <a:cs typeface="Segoe UI"/>
              </a:defRPr>
            </a:lvl8pPr>
            <a:lvl9pPr>
              <a:defRPr sz="5850" b="1">
                <a:solidFill>
                  <a:srgbClr val="684A3A"/>
                </a:solidFill>
                <a:latin typeface="Segoe UI"/>
                <a:ea typeface="Segoe UI"/>
                <a:cs typeface="Segoe UI"/>
              </a:defRPr>
            </a:lvl9pPr>
          </a:lstStyle>
          <a:p xmlns:a="http://schemas.openxmlformats.org/drawingml/2006/main">
            <a:pPr>
              <a:defRPr sz="5850" b="1">
                <a:solidFill>
                  <a:srgbClr val="684A3A"/>
                </a:solidFill>
                <a:latin typeface="Segoe UI"/>
                <a:ea typeface="Segoe UI"/>
                <a:cs typeface="Segoe UI"/>
              </a:defRPr>
            </a:pPr>
            <a:r>
              <a:rPr sz="5850" b="1">
                <a:solidFill>
                  <a:srgbClr val="684A3A"/>
                </a:solidFill>
                <a:latin typeface="Segoe UI"/>
                <a:ea typeface="Segoe UI"/>
                <a:cs typeface="Segoe UI"/>
              </a:rPr>
              <a:t>16</a:t>
            </a:r>
          </a:p>
        </p:txBody>
      </p:sp>
      <p:sp>
        <p:nvSpPr>
          <p:cNvPr id="15" name="">
            <a:extLst xmlns:a="http://schemas.openxmlformats.org/drawingml/2006/main">
              <a:ext uri="{FF2B5EF4-FFF2-40B4-BE49-F238E27FC236}">
                <a16:creationId xmlns:a16="http://schemas.microsoft.com/office/drawing/2014/main" id="{B4353D3C-8D94-4996-8B69-3810BD3FD59D}"/>
              </a:ext>
            </a:extLst>
          </p:cNvPr>
          <p:cNvSpPr>
            <a:spLocks xmlns:a="http://schemas.openxmlformats.org/drawingml/2006/main" noGrp="1"/>
          </p:cNvSpPr>
          <p:nvPr/>
        </p:nvSpPr>
        <p:spPr>
          <a:xfrm xmlns:a="http://schemas.openxmlformats.org/drawingml/2006/main">
            <a:off x="609600"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fictional profiles</a:t>
            </a:r>
          </a:p>
        </p:txBody>
      </p:sp>
      <p:sp>
        <p:nvSpPr>
          <p:cNvPr id="16" name="">
            <a:extLst xmlns:a="http://schemas.openxmlformats.org/drawingml/2006/main">
              <a:ext uri="{FF2B5EF4-FFF2-40B4-BE49-F238E27FC236}">
                <a16:creationId xmlns:a16="http://schemas.microsoft.com/office/drawing/2014/main" id="{281C513C-4018-405A-9948-3436C4707A20}"/>
              </a:ext>
            </a:extLst>
          </p:cNvPr>
          <p:cNvSpPr>
            <a:spLocks xmlns:a="http://schemas.openxmlformats.org/drawingml/2006/main" noGrp="1"/>
          </p:cNvSpPr>
          <p:nvPr/>
        </p:nvSpPr>
        <p:spPr>
          <a:xfrm xmlns:a="http://schemas.openxmlformats.org/drawingml/2006/main">
            <a:off x="4391025"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defRPr sz="5850" b="1">
                <a:solidFill>
                  <a:srgbClr val="684A3A"/>
                </a:solidFill>
                <a:latin typeface="Segoe UI"/>
                <a:ea typeface="Segoe UI"/>
                <a:cs typeface="Segoe UI"/>
              </a:defRPr>
            </a:lvl1pPr>
            <a:lvl2pPr>
              <a:defRPr sz="5850" b="1">
                <a:solidFill>
                  <a:srgbClr val="684A3A"/>
                </a:solidFill>
                <a:latin typeface="Segoe UI"/>
                <a:ea typeface="Segoe UI"/>
                <a:cs typeface="Segoe UI"/>
              </a:defRPr>
            </a:lvl2pPr>
            <a:lvl3pPr>
              <a:defRPr sz="5850" b="1">
                <a:solidFill>
                  <a:srgbClr val="684A3A"/>
                </a:solidFill>
                <a:latin typeface="Segoe UI"/>
                <a:ea typeface="Segoe UI"/>
                <a:cs typeface="Segoe UI"/>
              </a:defRPr>
            </a:lvl3pPr>
            <a:lvl4pPr>
              <a:defRPr sz="5850" b="1">
                <a:solidFill>
                  <a:srgbClr val="684A3A"/>
                </a:solidFill>
                <a:latin typeface="Segoe UI"/>
                <a:ea typeface="Segoe UI"/>
                <a:cs typeface="Segoe UI"/>
              </a:defRPr>
            </a:lvl4pPr>
            <a:lvl5pPr>
              <a:defRPr sz="5850" b="1">
                <a:solidFill>
                  <a:srgbClr val="684A3A"/>
                </a:solidFill>
                <a:latin typeface="Segoe UI"/>
                <a:ea typeface="Segoe UI"/>
                <a:cs typeface="Segoe UI"/>
              </a:defRPr>
            </a:lvl5pPr>
            <a:lvl6pPr>
              <a:defRPr sz="5850" b="1">
                <a:solidFill>
                  <a:srgbClr val="684A3A"/>
                </a:solidFill>
                <a:latin typeface="Segoe UI"/>
                <a:ea typeface="Segoe UI"/>
                <a:cs typeface="Segoe UI"/>
              </a:defRPr>
            </a:lvl6pPr>
            <a:lvl7pPr>
              <a:defRPr sz="5850" b="1">
                <a:solidFill>
                  <a:srgbClr val="684A3A"/>
                </a:solidFill>
                <a:latin typeface="Segoe UI"/>
                <a:ea typeface="Segoe UI"/>
                <a:cs typeface="Segoe UI"/>
              </a:defRPr>
            </a:lvl7pPr>
            <a:lvl8pPr>
              <a:defRPr sz="5850" b="1">
                <a:solidFill>
                  <a:srgbClr val="684A3A"/>
                </a:solidFill>
                <a:latin typeface="Segoe UI"/>
                <a:ea typeface="Segoe UI"/>
                <a:cs typeface="Segoe UI"/>
              </a:defRPr>
            </a:lvl8pPr>
            <a:lvl9pPr>
              <a:defRPr sz="5850" b="1">
                <a:solidFill>
                  <a:srgbClr val="684A3A"/>
                </a:solidFill>
                <a:latin typeface="Segoe UI"/>
                <a:ea typeface="Segoe UI"/>
                <a:cs typeface="Segoe UI"/>
              </a:defRPr>
            </a:lvl9pPr>
          </a:lstStyle>
          <a:p xmlns:a="http://schemas.openxmlformats.org/drawingml/2006/main">
            <a:pPr>
              <a:defRPr sz="5850" b="1">
                <a:solidFill>
                  <a:srgbClr val="684A3A"/>
                </a:solidFill>
                <a:latin typeface="Segoe UI"/>
                <a:ea typeface="Segoe UI"/>
                <a:cs typeface="Segoe UI"/>
              </a:defRPr>
            </a:pPr>
            <a:r>
              <a:rPr sz="5850" b="1">
                <a:solidFill>
                  <a:srgbClr val="684A3A"/>
                </a:solidFill>
                <a:latin typeface="Segoe UI"/>
                <a:ea typeface="Segoe UI"/>
                <a:cs typeface="Segoe UI"/>
              </a:rPr>
              <a:t>32 / 32</a:t>
            </a:r>
          </a:p>
        </p:txBody>
      </p:sp>
      <p:sp>
        <p:nvSpPr>
          <p:cNvPr id="17" name="">
            <a:extLst xmlns:a="http://schemas.openxmlformats.org/drawingml/2006/main">
              <a:ext uri="{FF2B5EF4-FFF2-40B4-BE49-F238E27FC236}">
                <a16:creationId xmlns:a16="http://schemas.microsoft.com/office/drawing/2014/main" id="{4682F241-6778-4474-8113-772569305F37}"/>
              </a:ext>
            </a:extLst>
          </p:cNvPr>
          <p:cNvSpPr>
            <a:spLocks xmlns:a="http://schemas.openxmlformats.org/drawingml/2006/main" noGrp="1"/>
          </p:cNvSpPr>
          <p:nvPr/>
        </p:nvSpPr>
        <p:spPr>
          <a:xfrm xmlns:a="http://schemas.openxmlformats.org/drawingml/2006/main">
            <a:off x="4391025"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expected assessments match</a:t>
            </a:r>
          </a:p>
        </p:txBody>
      </p:sp>
      <p:sp>
        <p:nvSpPr>
          <p:cNvPr id="18" name="">
            <a:extLst xmlns:a="http://schemas.openxmlformats.org/drawingml/2006/main">
              <a:ext uri="{FF2B5EF4-FFF2-40B4-BE49-F238E27FC236}">
                <a16:creationId xmlns:a16="http://schemas.microsoft.com/office/drawing/2014/main" id="{7973523B-1659-43FF-A017-1E9F2284726C}"/>
              </a:ext>
            </a:extLst>
          </p:cNvPr>
          <p:cNvSpPr>
            <a:spLocks xmlns:a="http://schemas.openxmlformats.org/drawingml/2006/main" noGrp="1"/>
          </p:cNvSpPr>
          <p:nvPr/>
        </p:nvSpPr>
        <p:spPr>
          <a:xfrm xmlns:a="http://schemas.openxmlformats.org/drawingml/2006/main">
            <a:off x="8172450"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defRPr sz="5850" b="1">
                <a:solidFill>
                  <a:srgbClr val="684A3A"/>
                </a:solidFill>
                <a:latin typeface="Segoe UI"/>
                <a:ea typeface="Segoe UI"/>
                <a:cs typeface="Segoe UI"/>
              </a:defRPr>
            </a:lvl1pPr>
            <a:lvl2pPr>
              <a:defRPr sz="5850" b="1">
                <a:solidFill>
                  <a:srgbClr val="684A3A"/>
                </a:solidFill>
                <a:latin typeface="Segoe UI"/>
                <a:ea typeface="Segoe UI"/>
                <a:cs typeface="Segoe UI"/>
              </a:defRPr>
            </a:lvl2pPr>
            <a:lvl3pPr>
              <a:defRPr sz="5850" b="1">
                <a:solidFill>
                  <a:srgbClr val="684A3A"/>
                </a:solidFill>
                <a:latin typeface="Segoe UI"/>
                <a:ea typeface="Segoe UI"/>
                <a:cs typeface="Segoe UI"/>
              </a:defRPr>
            </a:lvl3pPr>
            <a:lvl4pPr>
              <a:defRPr sz="5850" b="1">
                <a:solidFill>
                  <a:srgbClr val="684A3A"/>
                </a:solidFill>
                <a:latin typeface="Segoe UI"/>
                <a:ea typeface="Segoe UI"/>
                <a:cs typeface="Segoe UI"/>
              </a:defRPr>
            </a:lvl4pPr>
            <a:lvl5pPr>
              <a:defRPr sz="5850" b="1">
                <a:solidFill>
                  <a:srgbClr val="684A3A"/>
                </a:solidFill>
                <a:latin typeface="Segoe UI"/>
                <a:ea typeface="Segoe UI"/>
                <a:cs typeface="Segoe UI"/>
              </a:defRPr>
            </a:lvl5pPr>
            <a:lvl6pPr>
              <a:defRPr sz="5850" b="1">
                <a:solidFill>
                  <a:srgbClr val="684A3A"/>
                </a:solidFill>
                <a:latin typeface="Segoe UI"/>
                <a:ea typeface="Segoe UI"/>
                <a:cs typeface="Segoe UI"/>
              </a:defRPr>
            </a:lvl6pPr>
            <a:lvl7pPr>
              <a:defRPr sz="5850" b="1">
                <a:solidFill>
                  <a:srgbClr val="684A3A"/>
                </a:solidFill>
                <a:latin typeface="Segoe UI"/>
                <a:ea typeface="Segoe UI"/>
                <a:cs typeface="Segoe UI"/>
              </a:defRPr>
            </a:lvl7pPr>
            <a:lvl8pPr>
              <a:defRPr sz="5850" b="1">
                <a:solidFill>
                  <a:srgbClr val="684A3A"/>
                </a:solidFill>
                <a:latin typeface="Segoe UI"/>
                <a:ea typeface="Segoe UI"/>
                <a:cs typeface="Segoe UI"/>
              </a:defRPr>
            </a:lvl8pPr>
            <a:lvl9pPr>
              <a:defRPr sz="5850" b="1">
                <a:solidFill>
                  <a:srgbClr val="684A3A"/>
                </a:solidFill>
                <a:latin typeface="Segoe UI"/>
                <a:ea typeface="Segoe UI"/>
                <a:cs typeface="Segoe UI"/>
              </a:defRPr>
            </a:lvl9pPr>
          </a:lstStyle>
          <a:p xmlns:a="http://schemas.openxmlformats.org/drawingml/2006/main">
            <a:pPr>
              <a:defRPr sz="5850" b="1">
                <a:solidFill>
                  <a:srgbClr val="684A3A"/>
                </a:solidFill>
                <a:latin typeface="Segoe UI"/>
                <a:ea typeface="Segoe UI"/>
                <a:cs typeface="Segoe UI"/>
              </a:defRPr>
            </a:pPr>
            <a:r>
              <a:rPr sz="5850" b="1">
                <a:solidFill>
                  <a:srgbClr val="684A3A"/>
                </a:solidFill>
                <a:latin typeface="Segoe UI"/>
                <a:ea typeface="Segoe UI"/>
                <a:cs typeface="Segoe UI"/>
              </a:rPr>
              <a:t>0</a:t>
            </a:r>
          </a:p>
        </p:txBody>
      </p:sp>
      <p:sp>
        <p:nvSpPr>
          <p:cNvPr id="19" name="">
            <a:extLst xmlns:a="http://schemas.openxmlformats.org/drawingml/2006/main">
              <a:ext uri="{FF2B5EF4-FFF2-40B4-BE49-F238E27FC236}">
                <a16:creationId xmlns:a16="http://schemas.microsoft.com/office/drawing/2014/main" id="{71E8D0DD-A937-4CCB-92A9-11CC186F9640}"/>
              </a:ext>
            </a:extLst>
          </p:cNvPr>
          <p:cNvSpPr>
            <a:spLocks xmlns:a="http://schemas.openxmlformats.org/drawingml/2006/main" noGrp="1"/>
          </p:cNvSpPr>
          <p:nvPr/>
        </p:nvSpPr>
        <p:spPr>
          <a:xfrm xmlns:a="http://schemas.openxmlformats.org/drawingml/2006/main">
            <a:off x="8172450"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unsupported positives</a:t>
            </a:r>
          </a:p>
        </p:txBody>
      </p:sp>
      <p:sp>
        <p:nvSpPr>
          <p:cNvPr id="20" name="">
            <a:extLst xmlns:a="http://schemas.openxmlformats.org/drawingml/2006/main">
              <a:ext uri="{FF2B5EF4-FFF2-40B4-BE49-F238E27FC236}">
                <a16:creationId xmlns:a16="http://schemas.microsoft.com/office/drawing/2014/main" id="{CD5666F4-7792-469D-B1DE-D9A7D5176DE0}"/>
              </a:ext>
            </a:extLst>
          </p:cNvPr>
          <p:cNvSpPr>
            <a:spLocks xmlns:a="http://schemas.openxmlformats.org/drawingml/2006/main" noGrp="1"/>
          </p:cNvSpPr>
          <p:nvPr/>
        </p:nvSpPr>
        <p:spPr>
          <a:xfrm xmlns:a="http://schemas.openxmlformats.org/drawingml/2006/main">
            <a:off x="609600" y="4257675"/>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C4790A9-BE8A-4F10-9A20-6230D940F3BC}"/>
              </a:ext>
            </a:extLst>
          </p:cNvPr>
          <p:cNvSpPr>
            <a:spLocks xmlns:a="http://schemas.openxmlformats.org/drawingml/2006/main" noGrp="1"/>
          </p:cNvSpPr>
          <p:nvPr/>
        </p:nvSpPr>
        <p:spPr>
          <a:xfrm xmlns:a="http://schemas.openxmlformats.org/drawingml/2006/main">
            <a:off x="609600" y="4457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684A3A"/>
                </a:solidFill>
                <a:latin typeface="Segoe UI"/>
                <a:ea typeface="Segoe UI"/>
                <a:cs typeface="Segoe UI"/>
              </a:defRPr>
            </a:defPPr>
            <a:lvl1pPr>
              <a:defRPr sz="2175" b="1">
                <a:solidFill>
                  <a:srgbClr val="684A3A"/>
                </a:solidFill>
                <a:latin typeface="Segoe UI"/>
                <a:ea typeface="Segoe UI"/>
                <a:cs typeface="Segoe UI"/>
              </a:defRPr>
            </a:lvl1pPr>
            <a:lvl2pPr>
              <a:defRPr sz="2175" b="1">
                <a:solidFill>
                  <a:srgbClr val="684A3A"/>
                </a:solidFill>
                <a:latin typeface="Segoe UI"/>
                <a:ea typeface="Segoe UI"/>
                <a:cs typeface="Segoe UI"/>
              </a:defRPr>
            </a:lvl2pPr>
            <a:lvl3pPr>
              <a:defRPr sz="2175" b="1">
                <a:solidFill>
                  <a:srgbClr val="684A3A"/>
                </a:solidFill>
                <a:latin typeface="Segoe UI"/>
                <a:ea typeface="Segoe UI"/>
                <a:cs typeface="Segoe UI"/>
              </a:defRPr>
            </a:lvl3pPr>
            <a:lvl4pPr>
              <a:defRPr sz="2175" b="1">
                <a:solidFill>
                  <a:srgbClr val="684A3A"/>
                </a:solidFill>
                <a:latin typeface="Segoe UI"/>
                <a:ea typeface="Segoe UI"/>
                <a:cs typeface="Segoe UI"/>
              </a:defRPr>
            </a:lvl4pPr>
            <a:lvl5pPr>
              <a:defRPr sz="2175" b="1">
                <a:solidFill>
                  <a:srgbClr val="684A3A"/>
                </a:solidFill>
                <a:latin typeface="Segoe UI"/>
                <a:ea typeface="Segoe UI"/>
                <a:cs typeface="Segoe UI"/>
              </a:defRPr>
            </a:lvl5pPr>
            <a:lvl6pPr>
              <a:defRPr sz="2175" b="1">
                <a:solidFill>
                  <a:srgbClr val="684A3A"/>
                </a:solidFill>
                <a:latin typeface="Segoe UI"/>
                <a:ea typeface="Segoe UI"/>
                <a:cs typeface="Segoe UI"/>
              </a:defRPr>
            </a:lvl6pPr>
            <a:lvl7pPr>
              <a:defRPr sz="2175" b="1">
                <a:solidFill>
                  <a:srgbClr val="684A3A"/>
                </a:solidFill>
                <a:latin typeface="Segoe UI"/>
                <a:ea typeface="Segoe UI"/>
                <a:cs typeface="Segoe UI"/>
              </a:defRPr>
            </a:lvl7pPr>
            <a:lvl8pPr>
              <a:defRPr sz="2175" b="1">
                <a:solidFill>
                  <a:srgbClr val="684A3A"/>
                </a:solidFill>
                <a:latin typeface="Segoe UI"/>
                <a:ea typeface="Segoe UI"/>
                <a:cs typeface="Segoe UI"/>
              </a:defRPr>
            </a:lvl8pPr>
            <a:lvl9pPr>
              <a:defRPr sz="2175" b="1">
                <a:solidFill>
                  <a:srgbClr val="684A3A"/>
                </a:solidFill>
                <a:latin typeface="Segoe UI"/>
                <a:ea typeface="Segoe UI"/>
                <a:cs typeface="Segoe UI"/>
              </a:defRPr>
            </a:lvl9pPr>
          </a:lstStyle>
          <a:p xmlns:a="http://schemas.openxmlformats.org/drawingml/2006/main">
            <a:pPr>
              <a:defRPr sz="2175" b="1">
                <a:solidFill>
                  <a:srgbClr val="684A3A"/>
                </a:solidFill>
                <a:latin typeface="Segoe UI"/>
                <a:ea typeface="Segoe UI"/>
                <a:cs typeface="Segoe UI"/>
              </a:defRPr>
            </a:pPr>
            <a:r>
              <a:rPr sz="2175" b="1">
                <a:solidFill>
                  <a:srgbClr val="684A3A"/>
                </a:solidFill>
                <a:latin typeface="Segoe UI"/>
                <a:ea typeface="Segoe UI"/>
                <a:cs typeface="Segoe UI"/>
              </a:rPr>
              <a:t>36 application tests   ·   13 official H-MEM checks</a:t>
            </a:r>
          </a:p>
        </p:txBody>
      </p:sp>
      <p:sp>
        <p:nvSpPr>
          <p:cNvPr id="22" name="">
            <a:extLst xmlns:a="http://schemas.openxmlformats.org/drawingml/2006/main">
              <a:ext uri="{FF2B5EF4-FFF2-40B4-BE49-F238E27FC236}">
                <a16:creationId xmlns:a16="http://schemas.microsoft.com/office/drawing/2014/main" id="{8E271FDE-30CE-424B-8134-C294EB0A556A}"/>
              </a:ext>
            </a:extLst>
          </p:cNvPr>
          <p:cNvSpPr>
            <a:spLocks xmlns:a="http://schemas.openxmlformats.org/drawingml/2006/main" noGrp="1"/>
          </p:cNvSpPr>
          <p:nvPr/>
        </p:nvSpPr>
        <p:spPr>
          <a:xfrm xmlns:a="http://schemas.openxmlformats.org/drawingml/2006/main">
            <a:off x="609600" y="510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defRPr sz="1875" b="0">
                <a:solidFill>
                  <a:srgbClr val="473229"/>
                </a:solidFill>
                <a:latin typeface="Segoe UI"/>
                <a:ea typeface="Segoe UI"/>
                <a:cs typeface="Segoe UI"/>
              </a:defRPr>
            </a:lvl1pPr>
            <a:lvl2pPr>
              <a:defRPr sz="1875" b="0">
                <a:solidFill>
                  <a:srgbClr val="473229"/>
                </a:solidFill>
                <a:latin typeface="Segoe UI"/>
                <a:ea typeface="Segoe UI"/>
                <a:cs typeface="Segoe UI"/>
              </a:defRPr>
            </a:lvl2pPr>
            <a:lvl3pPr>
              <a:defRPr sz="1875" b="0">
                <a:solidFill>
                  <a:srgbClr val="473229"/>
                </a:solidFill>
                <a:latin typeface="Segoe UI"/>
                <a:ea typeface="Segoe UI"/>
                <a:cs typeface="Segoe UI"/>
              </a:defRPr>
            </a:lvl3pPr>
            <a:lvl4pPr>
              <a:defRPr sz="1875" b="0">
                <a:solidFill>
                  <a:srgbClr val="473229"/>
                </a:solidFill>
                <a:latin typeface="Segoe UI"/>
                <a:ea typeface="Segoe UI"/>
                <a:cs typeface="Segoe UI"/>
              </a:defRPr>
            </a:lvl4pPr>
            <a:lvl5pPr>
              <a:defRPr sz="1875" b="0">
                <a:solidFill>
                  <a:srgbClr val="473229"/>
                </a:solidFill>
                <a:latin typeface="Segoe UI"/>
                <a:ea typeface="Segoe UI"/>
                <a:cs typeface="Segoe UI"/>
              </a:defRPr>
            </a:lvl5pPr>
            <a:lvl6pPr>
              <a:defRPr sz="1875" b="0">
                <a:solidFill>
                  <a:srgbClr val="473229"/>
                </a:solidFill>
                <a:latin typeface="Segoe UI"/>
                <a:ea typeface="Segoe UI"/>
                <a:cs typeface="Segoe UI"/>
              </a:defRPr>
            </a:lvl6pPr>
            <a:lvl7pPr>
              <a:defRPr sz="1875" b="0">
                <a:solidFill>
                  <a:srgbClr val="473229"/>
                </a:solidFill>
                <a:latin typeface="Segoe UI"/>
                <a:ea typeface="Segoe UI"/>
                <a:cs typeface="Segoe UI"/>
              </a:defRPr>
            </a:lvl7pPr>
            <a:lvl8pPr>
              <a:defRPr sz="1875" b="0">
                <a:solidFill>
                  <a:srgbClr val="473229"/>
                </a:solidFill>
                <a:latin typeface="Segoe UI"/>
                <a:ea typeface="Segoe UI"/>
                <a:cs typeface="Segoe UI"/>
              </a:defRPr>
            </a:lvl8pPr>
            <a:lvl9pPr>
              <a:defRPr sz="1875" b="0">
                <a:solidFill>
                  <a:srgbClr val="473229"/>
                </a:solidFill>
                <a:latin typeface="Segoe UI"/>
                <a:ea typeface="Segoe UI"/>
                <a:cs typeface="Segoe UI"/>
              </a:defRPr>
            </a:lvl9pPr>
          </a:lstStyle>
          <a:p xmlns:a="http://schemas.openxmlformats.org/drawingml/2006/main">
            <a:pPr>
              <a:defRPr sz="1875" b="0">
                <a:solidFill>
                  <a:srgbClr val="473229"/>
                </a:solidFill>
                <a:latin typeface="Segoe UI"/>
                <a:ea typeface="Segoe UI"/>
                <a:cs typeface="Segoe UI"/>
              </a:defRPr>
            </a:pPr>
            <a:r>
              <a:rPr sz="1875" b="0">
                <a:solidFill>
                  <a:srgbClr val="473229"/>
                </a:solidFill>
                <a:latin typeface="Segoe UI"/>
                <a:ea typeface="Segoe UI"/>
                <a:cs typeface="Segoe UI"/>
              </a:rPr>
              <a:t>Includes negation, conflicting statements and a CV instruction attack.</a:t>
            </a:r>
          </a:p>
        </p:txBody>
      </p:sp>
      <p:sp>
        <p:nvSpPr>
          <p:cNvPr id="23" name="">
            <a:extLst xmlns:a="http://schemas.openxmlformats.org/drawingml/2006/main">
              <a:ext uri="{FF2B5EF4-FFF2-40B4-BE49-F238E27FC236}">
                <a16:creationId xmlns:a16="http://schemas.microsoft.com/office/drawing/2014/main" id="{D79F7483-DBF7-48E2-999A-B495B3F4ED7C}"/>
              </a:ext>
            </a:extLst>
          </p:cNvPr>
          <p:cNvSpPr>
            <a:spLocks xmlns:a="http://schemas.openxmlformats.org/drawingml/2006/main" noGrp="1"/>
          </p:cNvSpPr>
          <p:nvPr/>
        </p:nvSpPr>
        <p:spPr>
          <a:xfrm xmlns:a="http://schemas.openxmlformats.org/drawingml/2006/main">
            <a:off x="609600" y="56388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806E60"/>
                </a:solidFill>
                <a:latin typeface="Segoe UI"/>
                <a:ea typeface="Segoe UI"/>
                <a:cs typeface="Segoe UI"/>
              </a:defRPr>
            </a:defPPr>
            <a:lvl1pPr>
              <a:defRPr sz="1650" b="0">
                <a:solidFill>
                  <a:srgbClr val="806E60"/>
                </a:solidFill>
                <a:latin typeface="Segoe UI"/>
                <a:ea typeface="Segoe UI"/>
                <a:cs typeface="Segoe UI"/>
              </a:defRPr>
            </a:lvl1pPr>
            <a:lvl2pPr>
              <a:defRPr sz="1650" b="0">
                <a:solidFill>
                  <a:srgbClr val="806E60"/>
                </a:solidFill>
                <a:latin typeface="Segoe UI"/>
                <a:ea typeface="Segoe UI"/>
                <a:cs typeface="Segoe UI"/>
              </a:defRPr>
            </a:lvl2pPr>
            <a:lvl3pPr>
              <a:defRPr sz="1650" b="0">
                <a:solidFill>
                  <a:srgbClr val="806E60"/>
                </a:solidFill>
                <a:latin typeface="Segoe UI"/>
                <a:ea typeface="Segoe UI"/>
                <a:cs typeface="Segoe UI"/>
              </a:defRPr>
            </a:lvl3pPr>
            <a:lvl4pPr>
              <a:defRPr sz="1650" b="0">
                <a:solidFill>
                  <a:srgbClr val="806E60"/>
                </a:solidFill>
                <a:latin typeface="Segoe UI"/>
                <a:ea typeface="Segoe UI"/>
                <a:cs typeface="Segoe UI"/>
              </a:defRPr>
            </a:lvl4pPr>
            <a:lvl5pPr>
              <a:defRPr sz="1650" b="0">
                <a:solidFill>
                  <a:srgbClr val="806E60"/>
                </a:solidFill>
                <a:latin typeface="Segoe UI"/>
                <a:ea typeface="Segoe UI"/>
                <a:cs typeface="Segoe UI"/>
              </a:defRPr>
            </a:lvl5pPr>
            <a:lvl6pPr>
              <a:defRPr sz="1650" b="0">
                <a:solidFill>
                  <a:srgbClr val="806E60"/>
                </a:solidFill>
                <a:latin typeface="Segoe UI"/>
                <a:ea typeface="Segoe UI"/>
                <a:cs typeface="Segoe UI"/>
              </a:defRPr>
            </a:lvl6pPr>
            <a:lvl7pPr>
              <a:defRPr sz="1650" b="0">
                <a:solidFill>
                  <a:srgbClr val="806E60"/>
                </a:solidFill>
                <a:latin typeface="Segoe UI"/>
                <a:ea typeface="Segoe UI"/>
                <a:cs typeface="Segoe UI"/>
              </a:defRPr>
            </a:lvl7pPr>
            <a:lvl8pPr>
              <a:defRPr sz="1650" b="0">
                <a:solidFill>
                  <a:srgbClr val="806E60"/>
                </a:solidFill>
                <a:latin typeface="Segoe UI"/>
                <a:ea typeface="Segoe UI"/>
                <a:cs typeface="Segoe UI"/>
              </a:defRPr>
            </a:lvl8pPr>
            <a:lvl9pPr>
              <a:defRPr sz="1650" b="0">
                <a:solidFill>
                  <a:srgbClr val="806E60"/>
                </a:solidFill>
                <a:latin typeface="Segoe UI"/>
                <a:ea typeface="Segoe UI"/>
                <a:cs typeface="Segoe UI"/>
              </a:defRPr>
            </a:lvl9pPr>
          </a:lstStyle>
          <a:p xmlns:a="http://schemas.openxmlformats.org/drawingml/2006/main">
            <a:pPr>
              <a:defRPr sz="1650" b="0">
                <a:solidFill>
                  <a:srgbClr val="806E60"/>
                </a:solidFill>
                <a:latin typeface="Segoe UI"/>
                <a:ea typeface="Segoe UI"/>
                <a:cs typeface="Segoe UI"/>
              </a:defRPr>
            </a:pPr>
            <a:r>
              <a:rPr sz="1650" b="0">
                <a:solidFill>
                  <a:srgbClr val="806E60"/>
                </a:solidFill>
                <a:latin typeface="Segoe UI"/>
                <a:ea typeface="Segoe UI"/>
                <a:cs typeface="Segoe UI"/>
              </a:rPr>
              <a:t>Authored cases, not a general accuracy claim. Critical review changed 0 cells in this run.</a:t>
            </a:r>
          </a:p>
        </p:txBody>
      </p:sp>
    </p:spTree>
    <p:extLst>
      <p:ext uri="{BB962C8B-B14F-4D97-AF65-F5344CB8AC3E}">
        <p14:creationId xmlns:p14="http://schemas.microsoft.com/office/powerpoint/2010/main" val="1090093634"/>
      </p:ext>
    </p:extLst>
  </p:cSld>
</p:sld>
</file>

<file path=ppt/slides/slide9.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AC77A22-0D59-4C88-87BB-6636EAE9DF22}"/>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Test the workflow before claiming impact</a:t>
            </a:r>
          </a:p>
        </p:txBody>
      </p:sp>
      <p:sp>
        <p:nvSpPr>
          <p:cNvPr id="2" name="">
            <a:extLst xmlns:a="http://schemas.openxmlformats.org/drawingml/2006/main">
              <a:ext uri="{FF2B5EF4-FFF2-40B4-BE49-F238E27FC236}">
                <a16:creationId xmlns:a16="http://schemas.microsoft.com/office/drawing/2014/main" id="{9AD56CD5-E540-4725-85D4-D21F8DF9CEE2}"/>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C9071F7-EAD7-4675-AA78-CF5E8210E31B}"/>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4BD647D9-83C1-429B-8F95-64E2A32E39F0}"/>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09</a:t>
            </a:r>
          </a:p>
        </p:txBody>
      </p:sp>
      <p:sp>
        <p:nvSpPr>
          <p:cNvPr id="11" name="">
            <a:extLst xmlns:a="http://schemas.openxmlformats.org/drawingml/2006/main">
              <a:ext uri="{FF2B5EF4-FFF2-40B4-BE49-F238E27FC236}">
                <a16:creationId xmlns:a16="http://schemas.microsoft.com/office/drawing/2014/main" id="{8A63650E-06B4-4AE0-9CD7-928FAD1F75D9}"/>
              </a:ext>
            </a:extLst>
          </p:cNvPr>
          <p:cNvSpPr>
            <a:spLocks xmlns:a="http://schemas.openxmlformats.org/drawingml/2006/main" noGrp="1"/>
          </p:cNvSpPr>
          <p:nvPr/>
        </p:nvSpPr>
        <p:spPr>
          <a:xfrm xmlns:a="http://schemas.openxmlformats.org/drawingml/2006/main">
            <a:off x="609600" y="187642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defRPr sz="2400" b="1">
                <a:solidFill>
                  <a:srgbClr val="684A3A"/>
                </a:solidFill>
                <a:latin typeface="Segoe UI"/>
                <a:ea typeface="Segoe UI"/>
                <a:cs typeface="Segoe UI"/>
              </a:defRPr>
            </a:lvl1pPr>
            <a:lvl2pPr>
              <a:defRPr sz="2400" b="1">
                <a:solidFill>
                  <a:srgbClr val="684A3A"/>
                </a:solidFill>
                <a:latin typeface="Segoe UI"/>
                <a:ea typeface="Segoe UI"/>
                <a:cs typeface="Segoe UI"/>
              </a:defRPr>
            </a:lvl2pPr>
            <a:lvl3pPr>
              <a:defRPr sz="2400" b="1">
                <a:solidFill>
                  <a:srgbClr val="684A3A"/>
                </a:solidFill>
                <a:latin typeface="Segoe UI"/>
                <a:ea typeface="Segoe UI"/>
                <a:cs typeface="Segoe UI"/>
              </a:defRPr>
            </a:lvl3pPr>
            <a:lvl4pPr>
              <a:defRPr sz="2400" b="1">
                <a:solidFill>
                  <a:srgbClr val="684A3A"/>
                </a:solidFill>
                <a:latin typeface="Segoe UI"/>
                <a:ea typeface="Segoe UI"/>
                <a:cs typeface="Segoe UI"/>
              </a:defRPr>
            </a:lvl4pPr>
            <a:lvl5pPr>
              <a:defRPr sz="2400" b="1">
                <a:solidFill>
                  <a:srgbClr val="684A3A"/>
                </a:solidFill>
                <a:latin typeface="Segoe UI"/>
                <a:ea typeface="Segoe UI"/>
                <a:cs typeface="Segoe UI"/>
              </a:defRPr>
            </a:lvl5pPr>
            <a:lvl6pPr>
              <a:defRPr sz="2400" b="1">
                <a:solidFill>
                  <a:srgbClr val="684A3A"/>
                </a:solidFill>
                <a:latin typeface="Segoe UI"/>
                <a:ea typeface="Segoe UI"/>
                <a:cs typeface="Segoe UI"/>
              </a:defRPr>
            </a:lvl6pPr>
            <a:lvl7pPr>
              <a:defRPr sz="2400" b="1">
                <a:solidFill>
                  <a:srgbClr val="684A3A"/>
                </a:solidFill>
                <a:latin typeface="Segoe UI"/>
                <a:ea typeface="Segoe UI"/>
                <a:cs typeface="Segoe UI"/>
              </a:defRPr>
            </a:lvl7pPr>
            <a:lvl8pPr>
              <a:defRPr sz="2400" b="1">
                <a:solidFill>
                  <a:srgbClr val="684A3A"/>
                </a:solidFill>
                <a:latin typeface="Segoe UI"/>
                <a:ea typeface="Segoe UI"/>
                <a:cs typeface="Segoe UI"/>
              </a:defRPr>
            </a:lvl8pPr>
            <a:lvl9pPr>
              <a:defRPr sz="2400" b="1">
                <a:solidFill>
                  <a:srgbClr val="684A3A"/>
                </a:solidFill>
                <a:latin typeface="Segoe UI"/>
                <a:ea typeface="Segoe UI"/>
                <a:cs typeface="Segoe UI"/>
              </a:defRPr>
            </a:lvl9pPr>
          </a:lstStyle>
          <a:p xmlns:a="http://schemas.openxmlformats.org/drawingml/2006/main">
            <a:pPr>
              <a:defRPr sz="2400" b="1">
                <a:solidFill>
                  <a:srgbClr val="684A3A"/>
                </a:solidFill>
                <a:latin typeface="Segoe UI"/>
                <a:ea typeface="Segoe UI"/>
                <a:cs typeface="Segoe UI"/>
              </a:defRPr>
            </a:pPr>
            <a:r>
              <a:rPr sz="2400" b="1">
                <a:solidFill>
                  <a:srgbClr val="684A3A"/>
                </a:solidFill>
                <a:latin typeface="Segoe UI"/>
                <a:ea typeface="Segoe UI"/>
                <a:cs typeface="Segoe UI"/>
              </a:rPr>
              <a:t>Ready to try</a:t>
            </a:r>
          </a:p>
        </p:txBody>
      </p:sp>
      <p:sp>
        <p:nvSpPr>
          <p:cNvPr id="12" name="">
            <a:extLst xmlns:a="http://schemas.openxmlformats.org/drawingml/2006/main">
              <a:ext uri="{FF2B5EF4-FFF2-40B4-BE49-F238E27FC236}">
                <a16:creationId xmlns:a16="http://schemas.microsoft.com/office/drawing/2014/main" id="{D4C48F47-6396-43F0-B54B-3FE937863171}"/>
              </a:ext>
            </a:extLst>
          </p:cNvPr>
          <p:cNvSpPr>
            <a:spLocks xmlns:a="http://schemas.openxmlformats.org/drawingml/2006/main" noGrp="1"/>
          </p:cNvSpPr>
          <p:nvPr/>
        </p:nvSpPr>
        <p:spPr>
          <a:xfrm xmlns:a="http://schemas.openxmlformats.org/drawingml/2006/main">
            <a:off x="609600" y="2647950"/>
            <a:ext cx="49530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16 downloadable fictional CVs</a:t>
            </a:r>
          </a:p>
          <a:p xmlns:a="http://schemas.openxmlformats.org/drawingml/2006/main">
            <a:r>
              <a:t/>
            </a:r>
          </a:p>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Manual and assisted review rounds</a:t>
            </a:r>
          </a:p>
          <a:p xmlns:a="http://schemas.openxmlformats.org/drawingml/2006/main">
            <a:r>
              <a:t/>
            </a:r>
          </a:p>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Actual session timing and answers</a:t>
            </a:r>
          </a:p>
          <a:p xmlns:a="http://schemas.openxmlformats.org/drawingml/2006/main">
            <a:r>
              <a:t/>
            </a:r>
          </a:p>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English, Spanish, French, German</a:t>
            </a:r>
          </a:p>
        </p:txBody>
      </p:sp>
      <p:sp>
        <p:nvSpPr>
          <p:cNvPr id="13" name="">
            <a:extLst xmlns:a="http://schemas.openxmlformats.org/drawingml/2006/main">
              <a:ext uri="{FF2B5EF4-FFF2-40B4-BE49-F238E27FC236}">
                <a16:creationId xmlns:a16="http://schemas.microsoft.com/office/drawing/2014/main" id="{9E01EA6E-E06E-4185-8B95-B9CA6FD61FEC}"/>
              </a:ext>
            </a:extLst>
          </p:cNvPr>
          <p:cNvSpPr>
            <a:spLocks xmlns:a="http://schemas.openxmlformats.org/drawingml/2006/main" noGrp="1"/>
          </p:cNvSpPr>
          <p:nvPr/>
        </p:nvSpPr>
        <p:spPr>
          <a:xfrm xmlns:a="http://schemas.openxmlformats.org/drawingml/2006/main">
            <a:off x="5886450" y="1876425"/>
            <a:ext cx="19050" cy="38576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BCA5A1-EDCD-43A7-A5DE-058228974EDB}"/>
              </a:ext>
            </a:extLst>
          </p:cNvPr>
          <p:cNvSpPr>
            <a:spLocks xmlns:a="http://schemas.openxmlformats.org/drawingml/2006/main" noGrp="1"/>
          </p:cNvSpPr>
          <p:nvPr/>
        </p:nvSpPr>
        <p:spPr>
          <a:xfrm xmlns:a="http://schemas.openxmlformats.org/drawingml/2006/main">
            <a:off x="6381750" y="18764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defRPr sz="2400" b="1">
                <a:solidFill>
                  <a:srgbClr val="684A3A"/>
                </a:solidFill>
                <a:latin typeface="Segoe UI"/>
                <a:ea typeface="Segoe UI"/>
                <a:cs typeface="Segoe UI"/>
              </a:defRPr>
            </a:lvl1pPr>
            <a:lvl2pPr>
              <a:defRPr sz="2400" b="1">
                <a:solidFill>
                  <a:srgbClr val="684A3A"/>
                </a:solidFill>
                <a:latin typeface="Segoe UI"/>
                <a:ea typeface="Segoe UI"/>
                <a:cs typeface="Segoe UI"/>
              </a:defRPr>
            </a:lvl2pPr>
            <a:lvl3pPr>
              <a:defRPr sz="2400" b="1">
                <a:solidFill>
                  <a:srgbClr val="684A3A"/>
                </a:solidFill>
                <a:latin typeface="Segoe UI"/>
                <a:ea typeface="Segoe UI"/>
                <a:cs typeface="Segoe UI"/>
              </a:defRPr>
            </a:lvl3pPr>
            <a:lvl4pPr>
              <a:defRPr sz="2400" b="1">
                <a:solidFill>
                  <a:srgbClr val="684A3A"/>
                </a:solidFill>
                <a:latin typeface="Segoe UI"/>
                <a:ea typeface="Segoe UI"/>
                <a:cs typeface="Segoe UI"/>
              </a:defRPr>
            </a:lvl4pPr>
            <a:lvl5pPr>
              <a:defRPr sz="2400" b="1">
                <a:solidFill>
                  <a:srgbClr val="684A3A"/>
                </a:solidFill>
                <a:latin typeface="Segoe UI"/>
                <a:ea typeface="Segoe UI"/>
                <a:cs typeface="Segoe UI"/>
              </a:defRPr>
            </a:lvl5pPr>
            <a:lvl6pPr>
              <a:defRPr sz="2400" b="1">
                <a:solidFill>
                  <a:srgbClr val="684A3A"/>
                </a:solidFill>
                <a:latin typeface="Segoe UI"/>
                <a:ea typeface="Segoe UI"/>
                <a:cs typeface="Segoe UI"/>
              </a:defRPr>
            </a:lvl6pPr>
            <a:lvl7pPr>
              <a:defRPr sz="2400" b="1">
                <a:solidFill>
                  <a:srgbClr val="684A3A"/>
                </a:solidFill>
                <a:latin typeface="Segoe UI"/>
                <a:ea typeface="Segoe UI"/>
                <a:cs typeface="Segoe UI"/>
              </a:defRPr>
            </a:lvl7pPr>
            <a:lvl8pPr>
              <a:defRPr sz="2400" b="1">
                <a:solidFill>
                  <a:srgbClr val="684A3A"/>
                </a:solidFill>
                <a:latin typeface="Segoe UI"/>
                <a:ea typeface="Segoe UI"/>
                <a:cs typeface="Segoe UI"/>
              </a:defRPr>
            </a:lvl8pPr>
            <a:lvl9pPr>
              <a:defRPr sz="2400" b="1">
                <a:solidFill>
                  <a:srgbClr val="684A3A"/>
                </a:solidFill>
                <a:latin typeface="Segoe UI"/>
                <a:ea typeface="Segoe UI"/>
                <a:cs typeface="Segoe UI"/>
              </a:defRPr>
            </a:lvl9pPr>
          </a:lstStyle>
          <a:p xmlns:a="http://schemas.openxmlformats.org/drawingml/2006/main">
            <a:pPr>
              <a:defRPr sz="2400" b="1">
                <a:solidFill>
                  <a:srgbClr val="684A3A"/>
                </a:solidFill>
                <a:latin typeface="Segoe UI"/>
                <a:ea typeface="Segoe UI"/>
                <a:cs typeface="Segoe UI"/>
              </a:defRPr>
            </a:pPr>
            <a:r>
              <a:rPr sz="2400" b="1">
                <a:solidFill>
                  <a:srgbClr val="684A3A"/>
                </a:solidFill>
                <a:latin typeface="Segoe UI"/>
                <a:ea typeface="Segoe UI"/>
                <a:cs typeface="Segoe UI"/>
              </a:rPr>
              <a:t>Still to establish</a:t>
            </a:r>
          </a:p>
        </p:txBody>
      </p:sp>
      <p:sp>
        <p:nvSpPr>
          <p:cNvPr id="15" name="">
            <a:extLst xmlns:a="http://schemas.openxmlformats.org/drawingml/2006/main">
              <a:ext uri="{FF2B5EF4-FFF2-40B4-BE49-F238E27FC236}">
                <a16:creationId xmlns:a16="http://schemas.microsoft.com/office/drawing/2014/main" id="{F8D98039-ECA4-4761-8898-F260AA71B5FA}"/>
              </a:ext>
            </a:extLst>
          </p:cNvPr>
          <p:cNvSpPr>
            <a:spLocks xmlns:a="http://schemas.openxmlformats.org/drawingml/2006/main" noGrp="1"/>
          </p:cNvSpPr>
          <p:nvPr/>
        </p:nvSpPr>
        <p:spPr>
          <a:xfrm xmlns:a="http://schemas.openxmlformats.org/drawingml/2006/main">
            <a:off x="6381750" y="2647950"/>
            <a:ext cx="50482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defRPr sz="2025" b="0">
                <a:solidFill>
                  <a:srgbClr val="473229"/>
                </a:solidFill>
                <a:latin typeface="Segoe UI"/>
                <a:ea typeface="Segoe UI"/>
                <a:cs typeface="Segoe UI"/>
              </a:defRPr>
            </a:lvl1pPr>
            <a:lvl2pPr>
              <a:defRPr sz="2025" b="0">
                <a:solidFill>
                  <a:srgbClr val="473229"/>
                </a:solidFill>
                <a:latin typeface="Segoe UI"/>
                <a:ea typeface="Segoe UI"/>
                <a:cs typeface="Segoe UI"/>
              </a:defRPr>
            </a:lvl2pPr>
            <a:lvl3pPr>
              <a:defRPr sz="2025" b="0">
                <a:solidFill>
                  <a:srgbClr val="473229"/>
                </a:solidFill>
                <a:latin typeface="Segoe UI"/>
                <a:ea typeface="Segoe UI"/>
                <a:cs typeface="Segoe UI"/>
              </a:defRPr>
            </a:lvl3pPr>
            <a:lvl4pPr>
              <a:defRPr sz="2025" b="0">
                <a:solidFill>
                  <a:srgbClr val="473229"/>
                </a:solidFill>
                <a:latin typeface="Segoe UI"/>
                <a:ea typeface="Segoe UI"/>
                <a:cs typeface="Segoe UI"/>
              </a:defRPr>
            </a:lvl4pPr>
            <a:lvl5pPr>
              <a:defRPr sz="2025" b="0">
                <a:solidFill>
                  <a:srgbClr val="473229"/>
                </a:solidFill>
                <a:latin typeface="Segoe UI"/>
                <a:ea typeface="Segoe UI"/>
                <a:cs typeface="Segoe UI"/>
              </a:defRPr>
            </a:lvl5pPr>
            <a:lvl6pPr>
              <a:defRPr sz="2025" b="0">
                <a:solidFill>
                  <a:srgbClr val="473229"/>
                </a:solidFill>
                <a:latin typeface="Segoe UI"/>
                <a:ea typeface="Segoe UI"/>
                <a:cs typeface="Segoe UI"/>
              </a:defRPr>
            </a:lvl6pPr>
            <a:lvl7pPr>
              <a:defRPr sz="2025" b="0">
                <a:solidFill>
                  <a:srgbClr val="473229"/>
                </a:solidFill>
                <a:latin typeface="Segoe UI"/>
                <a:ea typeface="Segoe UI"/>
                <a:cs typeface="Segoe UI"/>
              </a:defRPr>
            </a:lvl7pPr>
            <a:lvl8pPr>
              <a:defRPr sz="2025" b="0">
                <a:solidFill>
                  <a:srgbClr val="473229"/>
                </a:solidFill>
                <a:latin typeface="Segoe UI"/>
                <a:ea typeface="Segoe UI"/>
                <a:cs typeface="Segoe UI"/>
              </a:defRPr>
            </a:lvl8pPr>
            <a:lvl9pPr>
              <a:defRPr sz="2025" b="0">
                <a:solidFill>
                  <a:srgbClr val="473229"/>
                </a:solidFill>
                <a:latin typeface="Segoe UI"/>
                <a:ea typeface="Segoe UI"/>
                <a:cs typeface="Segoe UI"/>
              </a:defRPr>
            </a:lvl9pPr>
          </a:lstStyle>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Recruiter observations and impact</a:t>
            </a:r>
          </a:p>
          <a:p xmlns:a="http://schemas.openxmlformats.org/drawingml/2006/main">
            <a:r>
              <a:t/>
            </a:r>
          </a:p>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Broader quality and bias evaluation</a:t>
            </a:r>
          </a:p>
          <a:p xmlns:a="http://schemas.openxmlformats.org/drawingml/2006/main">
            <a:r>
              <a:t/>
            </a:r>
          </a:p>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Production identity and access</a:t>
            </a:r>
          </a:p>
          <a:p xmlns:a="http://schemas.openxmlformats.org/drawingml/2006/main">
            <a:r>
              <a:t/>
            </a:r>
          </a:p>
          <a:p xmlns:a="http://schemas.openxmlformats.org/drawingml/2006/main">
            <a:pPr>
              <a:defRPr sz="2025" b="0">
                <a:solidFill>
                  <a:srgbClr val="473229"/>
                </a:solidFill>
                <a:latin typeface="Segoe UI"/>
                <a:ea typeface="Segoe UI"/>
                <a:cs typeface="Segoe UI"/>
              </a:defRPr>
            </a:pPr>
            <a:r>
              <a:rPr sz="2025" b="0">
                <a:solidFill>
                  <a:srgbClr val="473229"/>
                </a:solidFill>
                <a:latin typeface="Segoe UI"/>
                <a:ea typeface="Segoe UI"/>
                <a:cs typeface="Segoe UI"/>
              </a:rPr>
              <a:t>OCR and larger document sets</a:t>
            </a:r>
          </a:p>
        </p:txBody>
      </p:sp>
    </p:spTree>
    <p:extLst>
      <p:ext uri="{BB962C8B-B14F-4D97-AF65-F5344CB8AC3E}">
        <p14:creationId xmlns:p14="http://schemas.microsoft.com/office/powerpoint/2010/main" val="536600142"/>
      </p:ext>
    </p:extLst>
  </p:cSld>
</p:sld>
</file>

<file path=ppt/slides/slide10.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BF13DE-0DF4-4815-B4DB-B03046729628}"/>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Explore TalentLens without API credentials</a:t>
            </a:r>
          </a:p>
        </p:txBody>
      </p:sp>
      <p:sp>
        <p:nvSpPr>
          <p:cNvPr id="2" name="">
            <a:extLst xmlns:a="http://schemas.openxmlformats.org/drawingml/2006/main">
              <a:ext uri="{FF2B5EF4-FFF2-40B4-BE49-F238E27FC236}">
                <a16:creationId xmlns:a16="http://schemas.microsoft.com/office/drawing/2014/main" id="{376474D8-326F-4B6D-89D1-14404D64C25E}"/>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E1B6E1-F349-4EA6-AE0B-8E55E72C4A62}"/>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72B236A4-8C54-4480-9AA9-D8353C73DCE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10</a:t>
            </a:r>
          </a:p>
        </p:txBody>
      </p:sp>
      <p:sp>
        <p:nvSpPr>
          <p:cNvPr id="9" name="">
            <a:extLst xmlns:a="http://schemas.openxmlformats.org/drawingml/2006/main">
              <a:ext uri="{FF2B5EF4-FFF2-40B4-BE49-F238E27FC236}">
                <a16:creationId xmlns:a16="http://schemas.microsoft.com/office/drawing/2014/main" id="{AAE9A4F1-243E-463F-8D7E-1E687830BA4C}"/>
              </a:ext>
            </a:extLst>
          </p:cNvPr>
          <p:cNvSpPr>
            <a:spLocks xmlns:a="http://schemas.openxmlformats.org/drawingml/2006/main" noGrp="1"/>
          </p:cNvSpPr>
          <p:nvPr/>
        </p:nvSpPr>
        <p:spPr>
          <a:xfrm xmlns:a="http://schemas.openxmlformats.org/drawingml/2006/main">
            <a:off x="609600" y="2000250"/>
            <a:ext cx="109728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684A3A"/>
                </a:solidFill>
                <a:latin typeface="Segoe UI"/>
                <a:ea typeface="Segoe UI"/>
                <a:cs typeface="Segoe UI"/>
              </a:defRPr>
            </a:defPPr>
            <a:lvl1pPr>
              <a:defRPr sz="3225" b="1">
                <a:solidFill>
                  <a:srgbClr val="684A3A"/>
                </a:solidFill>
                <a:latin typeface="Segoe UI"/>
                <a:ea typeface="Segoe UI"/>
                <a:cs typeface="Segoe UI"/>
              </a:defRPr>
            </a:lvl1pPr>
            <a:lvl2pPr>
              <a:defRPr sz="3225" b="1">
                <a:solidFill>
                  <a:srgbClr val="684A3A"/>
                </a:solidFill>
                <a:latin typeface="Segoe UI"/>
                <a:ea typeface="Segoe UI"/>
                <a:cs typeface="Segoe UI"/>
              </a:defRPr>
            </a:lvl2pPr>
            <a:lvl3pPr>
              <a:defRPr sz="3225" b="1">
                <a:solidFill>
                  <a:srgbClr val="684A3A"/>
                </a:solidFill>
                <a:latin typeface="Segoe UI"/>
                <a:ea typeface="Segoe UI"/>
                <a:cs typeface="Segoe UI"/>
              </a:defRPr>
            </a:lvl3pPr>
            <a:lvl4pPr>
              <a:defRPr sz="3225" b="1">
                <a:solidFill>
                  <a:srgbClr val="684A3A"/>
                </a:solidFill>
                <a:latin typeface="Segoe UI"/>
                <a:ea typeface="Segoe UI"/>
                <a:cs typeface="Segoe UI"/>
              </a:defRPr>
            </a:lvl4pPr>
            <a:lvl5pPr>
              <a:defRPr sz="3225" b="1">
                <a:solidFill>
                  <a:srgbClr val="684A3A"/>
                </a:solidFill>
                <a:latin typeface="Segoe UI"/>
                <a:ea typeface="Segoe UI"/>
                <a:cs typeface="Segoe UI"/>
              </a:defRPr>
            </a:lvl5pPr>
            <a:lvl6pPr>
              <a:defRPr sz="3225" b="1">
                <a:solidFill>
                  <a:srgbClr val="684A3A"/>
                </a:solidFill>
                <a:latin typeface="Segoe UI"/>
                <a:ea typeface="Segoe UI"/>
                <a:cs typeface="Segoe UI"/>
              </a:defRPr>
            </a:lvl6pPr>
            <a:lvl7pPr>
              <a:defRPr sz="3225" b="1">
                <a:solidFill>
                  <a:srgbClr val="684A3A"/>
                </a:solidFill>
                <a:latin typeface="Segoe UI"/>
                <a:ea typeface="Segoe UI"/>
                <a:cs typeface="Segoe UI"/>
              </a:defRPr>
            </a:lvl7pPr>
            <a:lvl8pPr>
              <a:defRPr sz="3225" b="1">
                <a:solidFill>
                  <a:srgbClr val="684A3A"/>
                </a:solidFill>
                <a:latin typeface="Segoe UI"/>
                <a:ea typeface="Segoe UI"/>
                <a:cs typeface="Segoe UI"/>
              </a:defRPr>
            </a:lvl8pPr>
            <a:lvl9pPr>
              <a:defRPr sz="3225" b="1">
                <a:solidFill>
                  <a:srgbClr val="684A3A"/>
                </a:solidFill>
                <a:latin typeface="Segoe UI"/>
                <a:ea typeface="Segoe UI"/>
                <a:cs typeface="Segoe UI"/>
              </a:defRPr>
            </a:lvl9pPr>
          </a:lstStyle>
          <a:p xmlns:a="http://schemas.openxmlformats.org/drawingml/2006/main">
            <a:pPr>
              <a:defRPr sz="3225" b="1">
                <a:solidFill>
                  <a:srgbClr val="684A3A"/>
                </a:solidFill>
                <a:latin typeface="Segoe UI"/>
                <a:ea typeface="Segoe UI"/>
                <a:cs typeface="Segoe UI"/>
              </a:defRPr>
            </a:pPr>
            <a:r>
              <a:rPr sz="3225" b="1">
                <a:solidFill>
                  <a:srgbClr val="684A3A"/>
                </a:solidFill>
                <a:latin typeface="Segoe UI"/>
                <a:ea typeface="Segoe UI"/>
                <a:cs typeface="Segoe UI"/>
              </a:rPr>
              <a:t>See the evidence. Add context.</a:t>
            </a:r>
          </a:p>
          <a:p xmlns:a="http://schemas.openxmlformats.org/drawingml/2006/main">
            <a:pPr>
              <a:defRPr sz="3225" b="1">
                <a:solidFill>
                  <a:srgbClr val="684A3A"/>
                </a:solidFill>
                <a:latin typeface="Segoe UI"/>
                <a:ea typeface="Segoe UI"/>
                <a:cs typeface="Segoe UI"/>
              </a:defRPr>
            </a:pPr>
            <a:r>
              <a:rPr sz="3225" b="1">
                <a:solidFill>
                  <a:srgbClr val="684A3A"/>
                </a:solidFill>
                <a:latin typeface="Segoe UI"/>
                <a:ea typeface="Segoe UI"/>
                <a:cs typeface="Segoe UI"/>
              </a:rPr>
              <a:t>Keep the next step in human hands.</a:t>
            </a:r>
          </a:p>
        </p:txBody>
      </p:sp>
      <p:sp>
        <p:nvSpPr>
          <p:cNvPr id="10" name="">
            <a:extLst xmlns:a="http://schemas.openxmlformats.org/drawingml/2006/main">
              <a:ext uri="{FF2B5EF4-FFF2-40B4-BE49-F238E27FC236}">
                <a16:creationId xmlns:a16="http://schemas.microsoft.com/office/drawing/2014/main" id="{B6536674-F4CE-4127-A6C9-35E9A6D79388}"/>
              </a:ext>
            </a:extLst>
          </p:cNvPr>
          <p:cNvSpPr>
            <a:spLocks xmlns:a="http://schemas.openxmlformats.org/drawingml/2006/main" noGrp="1"/>
          </p:cNvSpPr>
          <p:nvPr/>
        </p:nvSpPr>
        <p:spPr>
          <a:xfrm xmlns:a="http://schemas.openxmlformats.org/drawingml/2006/main">
            <a:off x="609600" y="3752850"/>
            <a:ext cx="10972800" cy="77152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EBEC00B-7FB3-48C2-AC45-F3594729C840}"/>
              </a:ext>
            </a:extLst>
          </p:cNvPr>
          <p:cNvSpPr>
            <a:spLocks xmlns:a="http://schemas.openxmlformats.org/drawingml/2006/main" noGrp="1"/>
          </p:cNvSpPr>
          <p:nvPr/>
        </p:nvSpPr>
        <p:spPr>
          <a:xfrm xmlns:a="http://schemas.openxmlformats.org/drawingml/2006/main">
            <a:off x="800100" y="385762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850" b="1">
                <a:solidFill>
                  <a:srgbClr val="473229"/>
                </a:solidFill>
                <a:latin typeface="Segoe UI"/>
                <a:ea typeface="Segoe UI"/>
                <a:cs typeface="Segoe UI"/>
              </a:defRPr>
            </a:defPPr>
            <a:lvl1pPr>
              <a:defRPr sz="2850" b="1">
                <a:solidFill>
                  <a:srgbClr val="473229"/>
                </a:solidFill>
                <a:latin typeface="Segoe UI"/>
                <a:ea typeface="Segoe UI"/>
                <a:cs typeface="Segoe UI"/>
              </a:defRPr>
            </a:lvl1pPr>
            <a:lvl2pPr>
              <a:defRPr sz="2850" b="1">
                <a:solidFill>
                  <a:srgbClr val="473229"/>
                </a:solidFill>
                <a:latin typeface="Segoe UI"/>
                <a:ea typeface="Segoe UI"/>
                <a:cs typeface="Segoe UI"/>
              </a:defRPr>
            </a:lvl2pPr>
            <a:lvl3pPr>
              <a:defRPr sz="2850" b="1">
                <a:solidFill>
                  <a:srgbClr val="473229"/>
                </a:solidFill>
                <a:latin typeface="Segoe UI"/>
                <a:ea typeface="Segoe UI"/>
                <a:cs typeface="Segoe UI"/>
              </a:defRPr>
            </a:lvl3pPr>
            <a:lvl4pPr>
              <a:defRPr sz="2850" b="1">
                <a:solidFill>
                  <a:srgbClr val="473229"/>
                </a:solidFill>
                <a:latin typeface="Segoe UI"/>
                <a:ea typeface="Segoe UI"/>
                <a:cs typeface="Segoe UI"/>
              </a:defRPr>
            </a:lvl4pPr>
            <a:lvl5pPr>
              <a:defRPr sz="2850" b="1">
                <a:solidFill>
                  <a:srgbClr val="473229"/>
                </a:solidFill>
                <a:latin typeface="Segoe UI"/>
                <a:ea typeface="Segoe UI"/>
                <a:cs typeface="Segoe UI"/>
              </a:defRPr>
            </a:lvl5pPr>
            <a:lvl6pPr>
              <a:defRPr sz="2850" b="1">
                <a:solidFill>
                  <a:srgbClr val="473229"/>
                </a:solidFill>
                <a:latin typeface="Segoe UI"/>
                <a:ea typeface="Segoe UI"/>
                <a:cs typeface="Segoe UI"/>
              </a:defRPr>
            </a:lvl6pPr>
            <a:lvl7pPr>
              <a:defRPr sz="2850" b="1">
                <a:solidFill>
                  <a:srgbClr val="473229"/>
                </a:solidFill>
                <a:latin typeface="Segoe UI"/>
                <a:ea typeface="Segoe UI"/>
                <a:cs typeface="Segoe UI"/>
              </a:defRPr>
            </a:lvl7pPr>
            <a:lvl8pPr>
              <a:defRPr sz="2850" b="1">
                <a:solidFill>
                  <a:srgbClr val="473229"/>
                </a:solidFill>
                <a:latin typeface="Segoe UI"/>
                <a:ea typeface="Segoe UI"/>
                <a:cs typeface="Segoe UI"/>
              </a:defRPr>
            </a:lvl8pPr>
            <a:lvl9pPr>
              <a:defRPr sz="2850" b="1">
                <a:solidFill>
                  <a:srgbClr val="473229"/>
                </a:solidFill>
                <a:latin typeface="Segoe UI"/>
                <a:ea typeface="Segoe UI"/>
                <a:cs typeface="Segoe UI"/>
              </a:defRPr>
            </a:lvl9pPr>
          </a:lstStyle>
          <a:p xmlns:a="http://schemas.openxmlformats.org/drawingml/2006/main">
            <a:pPr>
              <a:defRPr sz="2850" b="1">
                <a:solidFill>
                  <a:srgbClr val="473229"/>
                </a:solidFill>
                <a:latin typeface="Segoe UI"/>
                <a:ea typeface="Segoe UI"/>
                <a:cs typeface="Segoe UI"/>
              </a:defRPr>
            </a:pPr>
            <a:r>
              <a:rPr sz="2850" b="1">
                <a:solidFill>
                  <a:srgbClr val="473229"/>
                </a:solidFill>
                <a:latin typeface="Segoe UI"/>
                <a:ea typeface="Segoe UI"/>
                <a:cs typeface="Segoe UI"/>
              </a:rPr>
              <a:t>npm run demo</a:t>
            </a:r>
          </a:p>
        </p:txBody>
      </p:sp>
      <p:sp>
        <p:nvSpPr>
          <p:cNvPr id="12" name="">
            <a:extLst xmlns:a="http://schemas.openxmlformats.org/drawingml/2006/main">
              <a:ext uri="{FF2B5EF4-FFF2-40B4-BE49-F238E27FC236}">
                <a16:creationId xmlns:a16="http://schemas.microsoft.com/office/drawing/2014/main" id="{DDE2128D-7B70-4671-A587-3188D0C10882}"/>
              </a:ext>
            </a:extLst>
          </p:cNvPr>
          <p:cNvSpPr>
            <a:spLocks xmlns:a="http://schemas.openxmlformats.org/drawingml/2006/main" noGrp="1"/>
          </p:cNvSpPr>
          <p:nvPr/>
        </p:nvSpPr>
        <p:spPr>
          <a:xfrm xmlns:a="http://schemas.openxmlformats.org/drawingml/2006/main">
            <a:off x="609600" y="48577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defRPr sz="1950" b="0">
                <a:solidFill>
                  <a:srgbClr val="473229"/>
                </a:solidFill>
                <a:latin typeface="Segoe UI"/>
                <a:ea typeface="Segoe UI"/>
                <a:cs typeface="Segoe UI"/>
              </a:defRPr>
            </a:lvl1pPr>
            <a:lvl2pPr>
              <a:defRPr sz="1950" b="0">
                <a:solidFill>
                  <a:srgbClr val="473229"/>
                </a:solidFill>
                <a:latin typeface="Segoe UI"/>
                <a:ea typeface="Segoe UI"/>
                <a:cs typeface="Segoe UI"/>
              </a:defRPr>
            </a:lvl2pPr>
            <a:lvl3pPr>
              <a:defRPr sz="1950" b="0">
                <a:solidFill>
                  <a:srgbClr val="473229"/>
                </a:solidFill>
                <a:latin typeface="Segoe UI"/>
                <a:ea typeface="Segoe UI"/>
                <a:cs typeface="Segoe UI"/>
              </a:defRPr>
            </a:lvl3pPr>
            <a:lvl4pPr>
              <a:defRPr sz="1950" b="0">
                <a:solidFill>
                  <a:srgbClr val="473229"/>
                </a:solidFill>
                <a:latin typeface="Segoe UI"/>
                <a:ea typeface="Segoe UI"/>
                <a:cs typeface="Segoe UI"/>
              </a:defRPr>
            </a:lvl4pPr>
            <a:lvl5pPr>
              <a:defRPr sz="1950" b="0">
                <a:solidFill>
                  <a:srgbClr val="473229"/>
                </a:solidFill>
                <a:latin typeface="Segoe UI"/>
                <a:ea typeface="Segoe UI"/>
                <a:cs typeface="Segoe UI"/>
              </a:defRPr>
            </a:lvl5pPr>
            <a:lvl6pPr>
              <a:defRPr sz="1950" b="0">
                <a:solidFill>
                  <a:srgbClr val="473229"/>
                </a:solidFill>
                <a:latin typeface="Segoe UI"/>
                <a:ea typeface="Segoe UI"/>
                <a:cs typeface="Segoe UI"/>
              </a:defRPr>
            </a:lvl6pPr>
            <a:lvl7pPr>
              <a:defRPr sz="1950" b="0">
                <a:solidFill>
                  <a:srgbClr val="473229"/>
                </a:solidFill>
                <a:latin typeface="Segoe UI"/>
                <a:ea typeface="Segoe UI"/>
                <a:cs typeface="Segoe UI"/>
              </a:defRPr>
            </a:lvl7pPr>
            <a:lvl8pPr>
              <a:defRPr sz="1950" b="0">
                <a:solidFill>
                  <a:srgbClr val="473229"/>
                </a:solidFill>
                <a:latin typeface="Segoe UI"/>
                <a:ea typeface="Segoe UI"/>
                <a:cs typeface="Segoe UI"/>
              </a:defRPr>
            </a:lvl8pPr>
            <a:lvl9pPr>
              <a:defRPr sz="1950" b="0">
                <a:solidFill>
                  <a:srgbClr val="473229"/>
                </a:solidFill>
                <a:latin typeface="Segoe UI"/>
                <a:ea typeface="Segoe UI"/>
                <a:cs typeface="Segoe UI"/>
              </a:defRPr>
            </a:lvl9pPr>
          </a:lstStyle>
          <a:p xmlns:a="http://schemas.openxmlformats.org/drawingml/2006/main">
            <a:pPr>
              <a:defRPr sz="1950" b="0">
                <a:solidFill>
                  <a:srgbClr val="473229"/>
                </a:solidFill>
                <a:latin typeface="Segoe UI"/>
                <a:ea typeface="Segoe UI"/>
                <a:cs typeface="Segoe UI"/>
              </a:defRPr>
            </a:pPr>
            <a:r>
              <a:rPr sz="1950" b="0">
                <a:solidFill>
                  <a:srgbClr val="473229"/>
                </a:solidFill>
                <a:latin typeface="Segoe UI"/>
                <a:ea typeface="Segoe UI"/>
                <a:cs typeface="Segoe UI"/>
              </a:rPr>
              <a:t>Ariana García     Maria Rodriguez     Diego Rodríguez Domínguez</a:t>
            </a:r>
          </a:p>
        </p:txBody>
      </p:sp>
      <p:sp>
        <p:nvSpPr>
          <p:cNvPr id="13" name="">
            <a:extLst xmlns:a="http://schemas.openxmlformats.org/drawingml/2006/main">
              <a:ext uri="{FF2B5EF4-FFF2-40B4-BE49-F238E27FC236}">
                <a16:creationId xmlns:a16="http://schemas.microsoft.com/office/drawing/2014/main" id="{885C9F97-024B-42BF-B248-030BB946E7DE}"/>
              </a:ext>
            </a:extLst>
          </p:cNvPr>
          <p:cNvSpPr>
            <a:spLocks xmlns:a="http://schemas.openxmlformats.org/drawingml/2006/main" noGrp="1"/>
          </p:cNvSpPr>
          <p:nvPr/>
        </p:nvSpPr>
        <p:spPr>
          <a:xfrm xmlns:a="http://schemas.openxmlformats.org/drawingml/2006/main">
            <a:off x="609600" y="5600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806E60"/>
                </a:solidFill>
                <a:latin typeface="Segoe UI"/>
                <a:ea typeface="Segoe UI"/>
                <a:cs typeface="Segoe UI"/>
              </a:defRPr>
            </a:defPPr>
            <a:lvl1pPr>
              <a:defRPr sz="2175" b="0">
                <a:solidFill>
                  <a:srgbClr val="806E60"/>
                </a:solidFill>
                <a:latin typeface="Segoe UI"/>
                <a:ea typeface="Segoe UI"/>
                <a:cs typeface="Segoe UI"/>
              </a:defRPr>
            </a:lvl1pPr>
            <a:lvl2pPr>
              <a:defRPr sz="2175" b="0">
                <a:solidFill>
                  <a:srgbClr val="806E60"/>
                </a:solidFill>
                <a:latin typeface="Segoe UI"/>
                <a:ea typeface="Segoe UI"/>
                <a:cs typeface="Segoe UI"/>
              </a:defRPr>
            </a:lvl2pPr>
            <a:lvl3pPr>
              <a:defRPr sz="2175" b="0">
                <a:solidFill>
                  <a:srgbClr val="806E60"/>
                </a:solidFill>
                <a:latin typeface="Segoe UI"/>
                <a:ea typeface="Segoe UI"/>
                <a:cs typeface="Segoe UI"/>
              </a:defRPr>
            </a:lvl3pPr>
            <a:lvl4pPr>
              <a:defRPr sz="2175" b="0">
                <a:solidFill>
                  <a:srgbClr val="806E60"/>
                </a:solidFill>
                <a:latin typeface="Segoe UI"/>
                <a:ea typeface="Segoe UI"/>
                <a:cs typeface="Segoe UI"/>
              </a:defRPr>
            </a:lvl4pPr>
            <a:lvl5pPr>
              <a:defRPr sz="2175" b="0">
                <a:solidFill>
                  <a:srgbClr val="806E60"/>
                </a:solidFill>
                <a:latin typeface="Segoe UI"/>
                <a:ea typeface="Segoe UI"/>
                <a:cs typeface="Segoe UI"/>
              </a:defRPr>
            </a:lvl5pPr>
            <a:lvl6pPr>
              <a:defRPr sz="2175" b="0">
                <a:solidFill>
                  <a:srgbClr val="806E60"/>
                </a:solidFill>
                <a:latin typeface="Segoe UI"/>
                <a:ea typeface="Segoe UI"/>
                <a:cs typeface="Segoe UI"/>
              </a:defRPr>
            </a:lvl6pPr>
            <a:lvl7pPr>
              <a:defRPr sz="2175" b="0">
                <a:solidFill>
                  <a:srgbClr val="806E60"/>
                </a:solidFill>
                <a:latin typeface="Segoe UI"/>
                <a:ea typeface="Segoe UI"/>
                <a:cs typeface="Segoe UI"/>
              </a:defRPr>
            </a:lvl7pPr>
            <a:lvl8pPr>
              <a:defRPr sz="2175" b="0">
                <a:solidFill>
                  <a:srgbClr val="806E60"/>
                </a:solidFill>
                <a:latin typeface="Segoe UI"/>
                <a:ea typeface="Segoe UI"/>
                <a:cs typeface="Segoe UI"/>
              </a:defRPr>
            </a:lvl8pPr>
            <a:lvl9pPr>
              <a:defRPr sz="2175" b="0">
                <a:solidFill>
                  <a:srgbClr val="806E60"/>
                </a:solidFill>
                <a:latin typeface="Segoe UI"/>
                <a:ea typeface="Segoe UI"/>
                <a:cs typeface="Segoe UI"/>
              </a:defRPr>
            </a:lvl9pPr>
          </a:lstStyle>
          <a:p xmlns:a="http://schemas.openxmlformats.org/drawingml/2006/main">
            <a:pPr>
              <a:defRPr sz="2175" b="0">
                <a:solidFill>
                  <a:srgbClr val="806E60"/>
                </a:solidFill>
                <a:latin typeface="Segoe UI"/>
                <a:ea typeface="Segoe UI"/>
                <a:cs typeface="Segoe UI"/>
              </a:defRPr>
            </a:pPr>
            <a:r>
              <a:rPr sz="2175" b="0">
                <a:solidFill>
                  <a:srgbClr val="806E60"/>
                </a:solidFill>
                <a:latin typeface="Segoe UI"/>
                <a:ea typeface="Segoe UI"/>
                <a:cs typeface="Segoe UI"/>
              </a:rPr>
              <a:t>github.com/oveun-software/hackaton</a:t>
            </a:r>
          </a:p>
        </p:txBody>
      </p:sp>
    </p:spTree>
    <p:extLst>
      <p:ext uri="{BB962C8B-B14F-4D97-AF65-F5344CB8AC3E}">
        <p14:creationId xmlns:p14="http://schemas.microsoft.com/office/powerpoint/2010/main" val="2872308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2026-10-26T13:30:03.1210000Z</dcterms:created>
  <dcterms:modified xsi:type="dcterms:W3CDTF">2026-10-26T13:30:03.1210000Z</dcterms:modified>
</coreProperties>
</file>