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eb013e61c4972" /><Relationship Type="http://schemas.openxmlformats.org/officeDocument/2006/relationships/extended-properties" Target="/docProps/app.xml" Id="Ra235f8114a7b4cdb" /><Relationship Type="http://schemas.openxmlformats.org/officeDocument/2006/relationships/officeDocument" Target="/ppt/presentation.xml" Id="R6f59fe29738e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01514c8af43fe"/>
  </p:sldMasterIdLst>
  <p:notesMasterIdLst>
    <p:notesMasterId xmlns:r="http://schemas.openxmlformats.org/officeDocument/2006/relationships" r:id="R3a7e346ff567455f"/>
  </p:notesMasterIdLst>
  <p:sldIdLst>
    <p:sldId xmlns:r="http://schemas.openxmlformats.org/officeDocument/2006/relationships" id="256" r:id="Re711f715acd94d7d"/>
    <p:sldId xmlns:r="http://schemas.openxmlformats.org/officeDocument/2006/relationships" id="257" r:id="Rd5ce091bf0714772"/>
    <p:sldId xmlns:r="http://schemas.openxmlformats.org/officeDocument/2006/relationships" id="258" r:id="R3f98ad9616764fb8"/>
    <p:sldId xmlns:r="http://schemas.openxmlformats.org/officeDocument/2006/relationships" id="259" r:id="R911709fdaa464808"/>
    <p:sldId xmlns:r="http://schemas.openxmlformats.org/officeDocument/2006/relationships" id="260" r:id="Ra2a3dcd217e547c0"/>
    <p:sldId xmlns:r="http://schemas.openxmlformats.org/officeDocument/2006/relationships" id="261" r:id="R3b5688045c534602"/>
    <p:sldId xmlns:r="http://schemas.openxmlformats.org/officeDocument/2006/relationships" id="262" r:id="R10070a09b753404a"/>
    <p:sldId xmlns:r="http://schemas.openxmlformats.org/officeDocument/2006/relationships" id="263" r:id="Rd81eaf28ed1d4fe7"/>
    <p:sldId xmlns:r="http://schemas.openxmlformats.org/officeDocument/2006/relationships" id="264" r:id="R6de3485a1c0c4383"/>
    <p:sldId xmlns:r="http://schemas.openxmlformats.org/officeDocument/2006/relationships" id="265" r:id="R8aa591a6cdec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ac4ebb6ed4c2f" /><Relationship Type="http://schemas.openxmlformats.org/officeDocument/2006/relationships/slideMaster" Target="/ppt/slideMasters/slideMaster1.xml" Id="R9e601514c8af43fe" /><Relationship Type="http://schemas.openxmlformats.org/officeDocument/2006/relationships/notesMaster" Target="/ppt/notesMasters/notesMaster1.xml" Id="R3a7e346ff567455f" /><Relationship Type="http://schemas.openxmlformats.org/officeDocument/2006/relationships/presProps" Target="/ppt/presProps.xml" Id="R16741b6aec884a34" /><Relationship Type="http://schemas.openxmlformats.org/officeDocument/2006/relationships/tableStyles" Target="/ppt/tableStyles.xml" Id="R31f5e4ac8a2746cf" /><Relationship Type="http://schemas.openxmlformats.org/officeDocument/2006/relationships/slide" Target="/ppt/slides/slide1.xml" Id="Re711f715acd94d7d" /><Relationship Type="http://schemas.openxmlformats.org/officeDocument/2006/relationships/slide" Target="/ppt/slides/slide2.xml" Id="Rd5ce091bf0714772" /><Relationship Type="http://schemas.openxmlformats.org/officeDocument/2006/relationships/slide" Target="/ppt/slides/slide3.xml" Id="R3f98ad9616764fb8" /><Relationship Type="http://schemas.openxmlformats.org/officeDocument/2006/relationships/slide" Target="/ppt/slides/slide4.xml" Id="R911709fdaa464808" /><Relationship Type="http://schemas.openxmlformats.org/officeDocument/2006/relationships/slide" Target="/ppt/slides/slide5.xml" Id="Ra2a3dcd217e547c0" /><Relationship Type="http://schemas.openxmlformats.org/officeDocument/2006/relationships/slide" Target="/ppt/slides/slide6.xml" Id="R3b5688045c534602" /><Relationship Type="http://schemas.openxmlformats.org/officeDocument/2006/relationships/slide" Target="/ppt/slides/slide7.xml" Id="R10070a09b753404a" /><Relationship Type="http://schemas.openxmlformats.org/officeDocument/2006/relationships/slide" Target="/ppt/slides/slide8.xml" Id="Rd81eaf28ed1d4fe7" /><Relationship Type="http://schemas.openxmlformats.org/officeDocument/2006/relationships/slide" Target="/ppt/slides/slide9.xml" Id="R6de3485a1c0c4383" /><Relationship Type="http://schemas.openxmlformats.org/officeDocument/2006/relationships/slide" Target="/ppt/slides/slide10.xml" Id="R8aa591a6cdec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0dabf1448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e779649974c41" /><Relationship Type="http://schemas.openxmlformats.org/officeDocument/2006/relationships/notesMaster" Target="/ppt/notesMasters/notesMaster1.xml" Id="R79aef193a60049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4246c0d84e46d9" /><Relationship Type="http://schemas.openxmlformats.org/officeDocument/2006/relationships/notesMaster" Target="/ppt/notesMasters/notesMaster1.xml" Id="R47b3f1511916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cecf23922443d0" /><Relationship Type="http://schemas.openxmlformats.org/officeDocument/2006/relationships/notesMaster" Target="/ppt/notesMasters/notesMaster1.xml" Id="R25f7fa2e0d184b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4d7a05ebb409f" /><Relationship Type="http://schemas.openxmlformats.org/officeDocument/2006/relationships/notesMaster" Target="/ppt/notesMasters/notesMaster1.xml" Id="R047684af4814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30e276fb44955" /><Relationship Type="http://schemas.openxmlformats.org/officeDocument/2006/relationships/notesMaster" Target="/ppt/notesMasters/notesMaster1.xml" Id="R2c39f4673c7641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acbc731cc44195" /><Relationship Type="http://schemas.openxmlformats.org/officeDocument/2006/relationships/notesMaster" Target="/ppt/notesMasters/notesMaster1.xml" Id="R95b8f9ce0d9346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bd976303847f3" /><Relationship Type="http://schemas.openxmlformats.org/officeDocument/2006/relationships/notesMaster" Target="/ppt/notesMasters/notesMaster1.xml" Id="R204fe5f8ca524e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8e1a3b0cb479c" /><Relationship Type="http://schemas.openxmlformats.org/officeDocument/2006/relationships/notesMaster" Target="/ppt/notesMasters/notesMaster1.xml" Id="R079bde652a0e4c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2f0dfa07a844a9" /><Relationship Type="http://schemas.openxmlformats.org/officeDocument/2006/relationships/notesMaster" Target="/ppt/notesMasters/notesMaster1.xml" Id="Ra11157ef4a8842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5b77f2875429d" /><Relationship Type="http://schemas.openxmlformats.org/officeDocument/2006/relationships/notesMaster" Target="/ppt/notesMasters/notesMaster1.xml" Id="Rd56d7518b82c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submission deck. Team: Ariana García, Maria Rodriguez, Diego Rodríguez Domínguez. App code is new, inspired by the pre-existing Cora recruiting concept. Track proposal: Wildcard / Tinkerer. No video or final submission is claimed. Sources: docs/SUBMISSION.md and Official Rules https://hackathon.genai.works/resources?id=01a08ff1-54cc-709a-bfe7-6b34452b676b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 are recruiters and small hiring teams. This is a problem statement, not a measured productivity claim. Source: README.md, problem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TalentLens UI captured on 26 October 2026. English, Spanish, French and German share one translated interface. Source: public/i18n.js. The screenshot shows an input workspace before inference, not a finished AI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server/analysis.js, server/providers.js, server/completion-stream.js, server/hmem.js. At most four model calls including one correction per stage. Nightshift is the primary provider. All recommendations come from Nemotron.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docs/SUBMISSION.md, examples/zetaris/README.md, examples/zetaris/verified-analysis.json, server/hmem.js. Meterless official H-MEM contract revision 1742dec56a66e58eef9dda2d2b865823758ca8cd. Nightshift runtime 1.2.1. NVIDIA model nvidia/nemotron-3.5-lightning-30b-a3b.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server/hmem.js and scripts/verify-live-hmem.js. Example quote is from fictional Alex Rivera in server/demo.js. Retrieval relevance ranks memories, not candidates. H-MEM excludes deleted, conflicted, superseded or unverifiable facts from normal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fictional example: examples/zetaris/verified-analysis.json, live run on 22 October 2026. These observations illustrate document evidence, not hiring outcomes. Exact recommendations and order may vary on new model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locally on 26 October 2026: npm test 29/29, npm run test:hmem:conformance 13/13. Tests use mocks for external services. Historical real three-CV run: examples/zetaris/verified-analysis.json. Separate live H-MEM run evidence is documented in submission/README.md when available. Coverage: tests/workflow.test.js, tests/hmem.test.js, tests/analysis.test.js.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Scope and limits. No production readiness, performance benefit, fairness guarantee or actual hiring outcome is claimed. Proposed future capabilities are not implemented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https://github.com/oveun-software/hackaton . Development uses Codex. Cursor is optional under the updated rules and is not claimed as the primary development tool. Pre-existing Cora concept is disclosed in docs/SUBMISSION.md. Team roster checked in HackOS on 26 October. Submission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b2b560d2043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3e992610c46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cfaf89ad14b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3cddfcbfa4e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f0294829145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ef04f6f3b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B7E175-8AE3-48D6-8DD3-1F2B96A0D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3554D9-EE6D-4298-883A-58DC603DF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2A1899-EB2F-4747-A064-CD0604820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B49B9-5048-4AA2-89C5-8DF8956E9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7A9953-B37A-4E5D-A1C6-3193D7D27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82CED3-A71B-4A81-AAA3-AA26AFF9F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E36F7-825B-4494-A2AB-16FD6CD6A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BC1E00-DFE4-4C5C-8AE0-1EEB67C57E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21B170-C466-4498-B2CE-B10C32C67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CF0EB-9F37-46C8-BC71-772AFA3A4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dafaca9ad2497f" /><Relationship Type="http://schemas.openxmlformats.org/officeDocument/2006/relationships/slideLayout" Target="/ppt/slideLayouts/slideLayout1.xml" Id="R3925365d53e7454c" /><Relationship Type="http://schemas.openxmlformats.org/officeDocument/2006/relationships/slideLayout" Target="/ppt/slideLayouts/slideLayout2.xml" Id="R2739bc253c84429b" /><Relationship Type="http://schemas.openxmlformats.org/officeDocument/2006/relationships/slideLayout" Target="/ppt/slideLayouts/slideLayout3.xml" Id="R391352a7dda54089" /><Relationship Type="http://schemas.openxmlformats.org/officeDocument/2006/relationships/slideLayout" Target="/ppt/slideLayouts/slideLayout4.xml" Id="Rca1d1650990f40ae" /><Relationship Type="http://schemas.openxmlformats.org/officeDocument/2006/relationships/slideLayout" Target="/ppt/slideLayouts/slideLayout5.xml" Id="R0eb6d833a06b4c7b" /><Relationship Type="http://schemas.openxmlformats.org/officeDocument/2006/relationships/slideLayout" Target="/ppt/slideLayouts/slideLayout6.xml" Id="R260d0b1ab37c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5365d53e7454c"/>
    <p:sldLayoutId xmlns:r="http://schemas.openxmlformats.org/officeDocument/2006/relationships" id="2147483650" r:id="R2739bc253c84429b"/>
    <p:sldLayoutId xmlns:r="http://schemas.openxmlformats.org/officeDocument/2006/relationships" id="2147483651" r:id="R391352a7dda54089"/>
    <p:sldLayoutId xmlns:r="http://schemas.openxmlformats.org/officeDocument/2006/relationships" id="2147483652" r:id="Rca1d1650990f40ae"/>
    <p:sldLayoutId xmlns:r="http://schemas.openxmlformats.org/officeDocument/2006/relationships" id="2147483653" r:id="R0eb6d833a06b4c7b"/>
    <p:sldLayoutId xmlns:r="http://schemas.openxmlformats.org/officeDocument/2006/relationships" id="2147483654" r:id="R260d0b1ab37c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8314886fd4019" /><Relationship Type="http://schemas.openxmlformats.org/officeDocument/2006/relationships/image" Target="/ppt/media/image.png" Id="Rfc5c0546ec4c4759" /><Relationship Type="http://schemas.openxmlformats.org/officeDocument/2006/relationships/image" Target="/ppt/media/image.svg" Id="Rb416e911b8fa4521" /><Relationship Type="http://schemas.openxmlformats.org/officeDocument/2006/relationships/notesSlide" Target="/ppt/notesSlides/notesSlide1.xml" Id="Rbfb37a111ec744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bbc38cc4349b4" /><Relationship Type="http://schemas.openxmlformats.org/officeDocument/2006/relationships/notesSlide" Target="/ppt/notesSlides/notesSlide2.xml" Id="R9b0e8999db24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aaff2dae848ab" /><Relationship Type="http://schemas.openxmlformats.org/officeDocument/2006/relationships/image" Target="/ppt/media/image.jpeg" Id="R2cb3c86301464628" /><Relationship Type="http://schemas.openxmlformats.org/officeDocument/2006/relationships/notesSlide" Target="/ppt/notesSlides/notesSlide3.xml" Id="R1b92eec86a49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7cdbe03184c4d" /><Relationship Type="http://schemas.openxmlformats.org/officeDocument/2006/relationships/notesSlide" Target="/ppt/notesSlides/notesSlide4.xml" Id="R928303c9049d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b7ed059ee4f99" /><Relationship Type="http://schemas.openxmlformats.org/officeDocument/2006/relationships/notesSlide" Target="/ppt/notesSlides/notesSlide5.xml" Id="R037497e16dd748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387db5c2f4dc3" /><Relationship Type="http://schemas.openxmlformats.org/officeDocument/2006/relationships/notesSlide" Target="/ppt/notesSlides/notesSlide6.xml" Id="Rdd1c31ebf665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5ddc8497941ea" /><Relationship Type="http://schemas.openxmlformats.org/officeDocument/2006/relationships/notesSlide" Target="/ppt/notesSlides/notesSlide7.xml" Id="R06c6b9ba4c6545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5b7dc63774be3" /><Relationship Type="http://schemas.openxmlformats.org/officeDocument/2006/relationships/notesSlide" Target="/ppt/notesSlides/notesSlide8.xml" Id="Ree5aae79853248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8c660a4904d4b" /><Relationship Type="http://schemas.openxmlformats.org/officeDocument/2006/relationships/notesSlide" Target="/ppt/notesSlides/notesSlide9.xml" Id="Raa845eab652841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f2e15e81a4a1e" /><Relationship Type="http://schemas.openxmlformats.org/officeDocument/2006/relationships/notesSlide" Target="/ppt/notesSlides/notesSlide10.xml" Id="R978f38233dea4c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7DE4-A4E5-42DC-97C4-504F68E7F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c0546ec4c4759">
            <a:extLst>
              <a:ext uri="{96DAC541-7B7A-43D3-8B79-37D633B846F1}">
                <asvg:svgBlip xmlns:asvg="http://schemas.microsoft.com/office/drawing/2016/SVG/main" r:embed="Rb416e911b8fa45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590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C68B-0871-458E-8CB3-1BE615E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35443-BE55-4878-A76E-45E5FEF9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850" b="0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CV discovery with evidence you can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0A1DE-E898-4C4D-98D9-CC270BF5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27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EDC92-F5A4-4602-9374-86697F4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Los pichones de Oveun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9A2D1-CDC5-4356-A556-0C940B3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662737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AC0FB-95F0-4D03-9BC9-F8B3CCBB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Recruiters need the reasoning behind a shortlist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2E6DE-6342-4032-9CDF-0B22A26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1D39F-91CA-423F-8EF3-2AE81186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D973E-0D1F-4845-9EA2-986ACDA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1EA58-9E30-4C2D-8A8E-827BE8D0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54F0-B61D-4911-9280-D7DDD49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Understand the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97FE3-DE1F-45E3-9065-39DD3A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Translate a job description into professional requirements and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1603A-C415-43DB-8F6C-5994B649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431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2852B-96CA-46A2-A9A2-510CADF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098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Compare the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2668-80D9-4B18-82C2-066DC5A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1952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Read a collection of CVs and connect claims to the original documents.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C7B09-FCA9-4505-BE9D-496445F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B6058-E316-4D7F-82D5-9EBBA09D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Prepare the 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07FEC-7064-4734-8D53-9594BFE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Identify gaps, ask targeted questions and keep the next step under human control.</a:t>
            </a:r>
          </a:p>
        </p:txBody>
      </p:sp>
    </p:spTree>
    <p:extLst>
      <p:ext uri="{BB962C8B-B14F-4D97-AF65-F5344CB8AC3E}">
        <p14:creationId xmlns:p14="http://schemas.microsoft.com/office/powerpoint/2010/main" val="1581090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82EC-FE6D-45C1-824A-89BEFDE7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A workspace in four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C2E1-AAFB-49B2-804F-D1CFE88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98C67-00D3-4B9B-A520-68A67976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4261E-EF12-4330-8D94-3BDA0E14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0301F-C220-449F-8269-D7DE28A02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3c86301464628"/>
          <a:stretch xmlns:a="http://schemas.openxmlformats.org/drawingml/2006/main"/>
        </p:blipFill>
        <p:spPr>
          <a:xfrm xmlns:a="http://schemas.openxmlformats.org/drawingml/2006/main">
            <a:off x="2499878" y="1714500"/>
            <a:ext cx="7192245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01B3-F70C-410C-9F35-11AF279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English, Spanish, French and German. Source quotations retain their original wording.</a:t>
            </a:r>
          </a:p>
        </p:txBody>
      </p:sp>
    </p:spTree>
    <p:extLst>
      <p:ext uri="{BB962C8B-B14F-4D97-AF65-F5344CB8AC3E}">
        <p14:creationId xmlns:p14="http://schemas.microsoft.com/office/powerpoint/2010/main" val="1681118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90336-9905-4061-A5EB-27EB8472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The 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A8298-A525-4306-8BAE-0AE8994A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5C8BF-FFEA-4AD8-AB58-11A847DB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A8444-CEC6-48C6-9DB6-B49FF93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BB432-017C-4B99-8F73-130169E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8501F-D389-4FA1-BCD2-790646FD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6212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Zetaris data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9ADF1-2E14-4280-A18B-EE7BF329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24075"/>
            <a:ext cx="976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Import an authorised candidate view through read-only Lightning REST.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95BDE-1B1C-41E4-BBF3-E523007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1E1D7-CF01-4F37-9863-32C953AD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1937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Nemotron understands the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73129-566C-4E25-B7A0-5A094FDB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81325"/>
            <a:ext cx="976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Extract requirements and validate each quote against the job description.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03210-8D33-4CC7-8EDA-A1EB5BB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934EA-E218-42C7-A544-D68CB419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7662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H-MEM recalls verified 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4BAA1-D0D2-4167-B51D-64F434E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38575"/>
            <a:ext cx="976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Retrieve relevant evidence from earlier processes with document and version lineage.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88E24-1AA7-46C2-A2AC-2579555B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36437-D538-4EDC-B336-7FA0243B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3387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Nemotron compares every 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9866F-D375-4C3F-8702-1AF3A815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95825"/>
            <a:ext cx="976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Produce qualitative recommendations, evidence gaps and interview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0521D-95E9-4B17-BF5A-C611C00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5A27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C5A27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63666-9B96-400E-A4DA-20D14402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191125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The recruiter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7C6B3-25D5-45C2-B88A-C93A39D6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553075"/>
            <a:ext cx="976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Inspect citations, resolve uncertainties and save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1723954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98707-DF11-4752-A898-EA4DA959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Each sponsor has a working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78119-ABE2-4BDC-A165-C68DFB93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53AA2-7EDC-41AB-B8E0-CB3FC53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3EC9C-C517-4B88-B40E-873D5162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7F8A3-885F-4F8E-9D42-017835F2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Zetaris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388AF-D867-4B04-9596-554984A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Two fictional CSV sources form a joined candidate view. TalentLens reads it through a SELECT-only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80F28-152A-483A-991B-2CADB59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AEB5C-8EBF-4930-B55C-3C165706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NVIDIA Nemotron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771C4-AF51-42AC-A44A-0B73A356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0512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The model interprets requirements and CVs, proposes candidates and explains evidence and missing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4F4F4-2B82-4307-86E7-EE5A812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307D2-4BD9-4818-A86E-E6AAEF20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Meterless Nightshift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D3B99-E643-4B80-9D0F-C779739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5287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Authenticated inference routes to Nemotron. Reports retain the actual model ID and execution receipts.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FFB93-9D22-4E86-90F4-5A05514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8D49-C6AA-40D8-8321-83A8A8D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Meterless H-MEM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36EFB-B385-48EC-9AEA-6C7365C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Evidence-backed memory survives restarts and supports later vacancies, source checks and human conflict review.</a:t>
            </a:r>
          </a:p>
        </p:txBody>
      </p:sp>
    </p:spTree>
    <p:extLst>
      <p:ext uri="{BB962C8B-B14F-4D97-AF65-F5344CB8AC3E}">
        <p14:creationId xmlns:p14="http://schemas.microsoft.com/office/powerpoint/2010/main" val="680418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CB2DF-D28D-4BBC-8C8F-E83D460A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Memory stays connected to its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295AA-F947-4C8A-A6C0-47704F13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83109-1C45-40CF-B97C-9984AD0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5DECE-67EF-426B-9850-AD4726A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EBE7-106F-408C-8D55-79CFED0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A professional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B344D-4FD0-4729-91E6-EEC6C91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“Led the creation of a design system with 35 components.”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4259D-B0B2-4FFF-9A7E-A4B240C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Fictional CV: Alex Rivera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F9A75-5BA3-47D3-8DD7-D410F220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57375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3955F-242C-4550-9E76-4A6C02A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First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ED218-3293-49AD-B5A0-27AFAD9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Nemotron supports the requirement with a literal CV quote.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029B3-94AE-4C53-9F63-D5BA3949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After restart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4A1C2-46E3-4D2E-9039-C201A0A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SQLite retains the fact, document version and audit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AA8B0-1E4E-4E47-A98E-78C12CC7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Another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071CE-EA89-4266-BAEB-B06C338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4822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H-MEM verifies the source and supplies relevant prior evidence to Nemotron.</a:t>
            </a:r>
          </a:p>
        </p:txBody>
      </p:sp>
    </p:spTree>
    <p:extLst>
      <p:ext uri="{BB962C8B-B14F-4D97-AF65-F5344CB8AC3E}">
        <p14:creationId xmlns:p14="http://schemas.microsoft.com/office/powerpoint/2010/main" val="434246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D91E7-DB3E-4077-942E-DE07A4A3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Recommendations remain open to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A9A18-ABE3-4B16-8EB0-F31F42E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66751-5090-4E9D-BA75-D99E199B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1A426-23C2-46FC-B01A-CD0C7C0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291D-6403-4821-BFEF-0913326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Alex Rivera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7B7C3-EB57-4E85-86D5-672CBE3A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React and TypeScript, automated tests and a documented design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FC7FD-E689-4B75-9CF0-9E8346D8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1DB87-135D-4FBE-A2FB-434A492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Sam Torres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80D2B-F562-4B28-87F3-48C6A607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Backend experience and React dashboards. TypeScript and accessibility need clarification.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831BB-6430-40F9-9A56-BA89E3E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4A1E9-1413-4FDC-9917-CDCE6F85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Dani Vega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9F40B-DEAD-49E1-B204-C19C1B6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Design systems and accessibility experience. Professional programming experience is not declared.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0A9F-3054-45EC-BB10-D4043CE0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Qualitative proposals, original quotations and interview questions. A person chooses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2017960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D95FB-24ED-47C1-AD68-064C9EA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Verification covers evidence, memory and deletion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3E130-3040-4D76-BEFD-BFE2C682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5FA1D-02BA-4EFC-8B32-65831BC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B6420-C14E-4B06-8F20-01C1E133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CF66D-8867-4589-82B9-C4BF37C8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67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2B43E-2634-4DF7-9065-1853C097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automated tests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D546E-BA80-460E-B497-4B407BA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67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13 /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14372-DDAB-4483-96EF-745568D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695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official H-MEM checks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F6B5F-BB5A-4273-BCFE-6DA7D764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7D615-3DBF-4665-81BC-FBD02A7B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Exact citations and complete candidate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6FA54-BB45-494B-AFED-8FB4EFF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Deletion invalidates in-flight analyses and translations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D1A63-EF0C-4A77-A44B-2270C29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Source updates, tenant isolation and restart persistence</a:t>
            </a:r>
          </a:p>
        </p:txBody>
      </p:sp>
    </p:spTree>
    <p:extLst>
      <p:ext uri="{BB962C8B-B14F-4D97-AF65-F5344CB8AC3E}">
        <p14:creationId xmlns:p14="http://schemas.microsoft.com/office/powerpoint/2010/main" val="1090093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77A22-0D59-4C88-87BB-6636EAE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Prototype boundaries and next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56CD5-E540-4725-85D4-D21F8DF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071F7-EAD7-4675-AA78-CF5E821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647D9-83C1-429B-8F95-64E2A32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8822C-106C-43DD-A8E0-A621506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Current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2B0E3-F3AD-465C-97A6-C7EB8A76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953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Local, single-user workspace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25 CVs per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Text PDFs, DOCX and 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Explicit consent before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F38A-0BAF-458D-A219-54C648ED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76425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5152C-267F-42E5-886A-AB73561D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764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Next improvements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1A10C-0844-4522-B888-7AE0910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5048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OCR for scanned documents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Production identity and access 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Broader prompt-injection and bias 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Larger, consented evaluation datasets</a:t>
            </a:r>
          </a:p>
        </p:txBody>
      </p:sp>
    </p:spTree>
    <p:extLst>
      <p:ext uri="{BB962C8B-B14F-4D97-AF65-F5344CB8AC3E}">
        <p14:creationId xmlns:p14="http://schemas.microsoft.com/office/powerpoint/2010/main" val="536600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13DE-0DF4-4815-B4DB-B030467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TalentLens connects a role to verifiable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474D8-326F-4B6D-89D1-14404D64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A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1B6E1-F349-4EA6-AE0B-8E55E72C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TalentLens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236A4-8C54-4480-9AA9-D8353C7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32BB2-A830-4DAB-8B4A-EFB9191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Nemotron proposes candidates.</a:t>
            </a:r>
          </a:p>
          <a:p xmlns:a="http://schemas.openxmlformats.org/drawingml/2006/main">
            <a:pPr>
              <a:defRPr sz="3450" b="1">
                <a:solidFill>
                  <a:srgbClr val="684A3A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684A3A"/>
                </a:solidFill>
                <a:latin typeface="Segoe UI"/>
                <a:ea typeface="Segoe UI"/>
                <a:cs typeface="Segoe UI"/>
              </a:rPr>
              <a:t>Recruiters inspect the evidence and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9CDA8-DF47-43A4-826F-E4BCB50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732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473229"/>
                </a:solidFill>
                <a:latin typeface="Segoe UI"/>
                <a:ea typeface="Segoe UI"/>
                <a:cs typeface="Segoe UI"/>
              </a:rPr>
              <a:t>Ariana García     Maria Rodriguez     Diego Rodríguez Domínguez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0AEC2-735C-4CEF-88A2-A8C10E49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06E60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806E60"/>
                </a:solidFill>
                <a:latin typeface="Segoe UI"/>
                <a:ea typeface="Segoe UI"/>
                <a:cs typeface="Segoe UI"/>
              </a:rPr>
              <a:t>github.com/oveun-software/hackaton</a:t>
            </a:r>
          </a:p>
        </p:txBody>
      </p:sp>
    </p:spTree>
    <p:extLst>
      <p:ext uri="{BB962C8B-B14F-4D97-AF65-F5344CB8AC3E}">
        <p14:creationId xmlns:p14="http://schemas.microsoft.com/office/powerpoint/2010/main" val="287230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2026-10-26T07:44:52.6410000Z</dcterms:created>
  <dcterms:modified xsi:type="dcterms:W3CDTF">2026-10-26T07:44:52.6410000Z</dcterms:modified>
</coreProperties>
</file>